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6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25E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70" d="100"/>
          <a:sy n="70" d="100"/>
        </p:scale>
        <p:origin x="46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 smtClean="0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7500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15364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33675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770414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985589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7529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701456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818777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 smtClean="0"/>
              <a:t>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6212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パノラマ写真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 smtClean="0"/>
              <a:t>図を追加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61010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キャプ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94600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3259990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37423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付きの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ja-JP" altLang="en-US" smtClean="0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615117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真または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ja-JP" altLang="en-US" smtClean="0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205056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318656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630630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7F99FBB3-76A5-4B60-BF62-179EE3A79E56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724498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87" r:id="rId1"/>
    <p:sldLayoutId id="2147483788" r:id="rId2"/>
    <p:sldLayoutId id="2147483789" r:id="rId3"/>
    <p:sldLayoutId id="2147483790" r:id="rId4"/>
    <p:sldLayoutId id="2147483791" r:id="rId5"/>
    <p:sldLayoutId id="2147483792" r:id="rId6"/>
    <p:sldLayoutId id="2147483793" r:id="rId7"/>
    <p:sldLayoutId id="2147483794" r:id="rId8"/>
    <p:sldLayoutId id="2147483795" r:id="rId9"/>
    <p:sldLayoutId id="2147483796" r:id="rId10"/>
    <p:sldLayoutId id="2147483797" r:id="rId11"/>
    <p:sldLayoutId id="2147483798" r:id="rId12"/>
    <p:sldLayoutId id="2147483799" r:id="rId13"/>
    <p:sldLayoutId id="2147483800" r:id="rId14"/>
    <p:sldLayoutId id="2147483801" r:id="rId15"/>
    <p:sldLayoutId id="2147483802" r:id="rId16"/>
    <p:sldLayoutId id="2147483803" r:id="rId17"/>
  </p:sldLayoutIdLst>
  <p:txStyles>
    <p:titleStyle>
      <a:lvl1pPr algn="l" defTabSz="457200" rtl="0" eaLnBrk="1" latinLnBrk="0" hangingPunct="1">
        <a:spcBef>
          <a:spcPct val="0"/>
        </a:spcBef>
        <a:buNone/>
        <a:defRPr kumimoji="1"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 kumimoji="1">
          <a:solidFill>
            <a:schemeClr val="tx2"/>
          </a:solidFill>
        </a:defRPr>
      </a:lvl2pPr>
      <a:lvl3pPr eaLnBrk="1" hangingPunct="1">
        <a:defRPr kumimoji="1">
          <a:solidFill>
            <a:schemeClr val="tx2"/>
          </a:solidFill>
        </a:defRPr>
      </a:lvl3pPr>
      <a:lvl4pPr eaLnBrk="1" hangingPunct="1">
        <a:defRPr kumimoji="1">
          <a:solidFill>
            <a:schemeClr val="tx2"/>
          </a:solidFill>
        </a:defRPr>
      </a:lvl4pPr>
      <a:lvl5pPr eaLnBrk="1" hangingPunct="1">
        <a:defRPr kumimoji="1">
          <a:solidFill>
            <a:schemeClr val="tx2"/>
          </a:solidFill>
        </a:defRPr>
      </a:lvl5pPr>
      <a:lvl6pPr eaLnBrk="1" hangingPunct="1">
        <a:defRPr kumimoji="1">
          <a:solidFill>
            <a:schemeClr val="tx2"/>
          </a:solidFill>
        </a:defRPr>
      </a:lvl6pPr>
      <a:lvl7pPr eaLnBrk="1" hangingPunct="1">
        <a:defRPr kumimoji="1">
          <a:solidFill>
            <a:schemeClr val="tx2"/>
          </a:solidFill>
        </a:defRPr>
      </a:lvl7pPr>
      <a:lvl8pPr eaLnBrk="1" hangingPunct="1">
        <a:defRPr kumimoji="1">
          <a:solidFill>
            <a:schemeClr val="tx2"/>
          </a:solidFill>
        </a:defRPr>
      </a:lvl8pPr>
      <a:lvl9pPr eaLnBrk="1" hangingPunct="1">
        <a:defRPr kumimoji="1"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933594" y="581891"/>
            <a:ext cx="11066422" cy="5462647"/>
          </a:xfrm>
        </p:spPr>
        <p:txBody>
          <a:bodyPr>
            <a:noAutofit/>
          </a:bodyPr>
          <a:lstStyle/>
          <a:p>
            <a:r>
              <a:rPr lang="en-US" altLang="ja-JP" sz="12000" dirty="0" smtClean="0"/>
              <a:t>BACK</a:t>
            </a:r>
            <a:br>
              <a:rPr lang="en-US" altLang="ja-JP" sz="12000" dirty="0" smtClean="0"/>
            </a:br>
            <a:r>
              <a:rPr lang="en-US" altLang="ja-JP" sz="12000" dirty="0" smtClean="0"/>
              <a:t>TO</a:t>
            </a:r>
            <a:br>
              <a:rPr lang="en-US" altLang="ja-JP" sz="12000" dirty="0" smtClean="0"/>
            </a:br>
            <a:r>
              <a:rPr lang="en-US" altLang="ja-JP" sz="12000" dirty="0" smtClean="0"/>
              <a:t>HOME</a:t>
            </a:r>
            <a:endParaRPr kumimoji="1" lang="ja-JP" altLang="en-US" sz="12000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9203376" y="5246770"/>
            <a:ext cx="2594760" cy="441510"/>
          </a:xfrm>
        </p:spPr>
        <p:txBody>
          <a:bodyPr>
            <a:noAutofit/>
          </a:bodyPr>
          <a:lstStyle/>
          <a:p>
            <a:r>
              <a:rPr kumimoji="1" lang="ja-JP" altLang="en-US" sz="3200" dirty="0" smtClean="0">
                <a:solidFill>
                  <a:schemeClr val="tx1">
                    <a:lumMod val="85000"/>
                  </a:schemeClr>
                </a:solidFill>
              </a:rPr>
              <a:t>河野　拓実</a:t>
            </a:r>
            <a:r>
              <a:rPr lang="ja-JP" altLang="en-US" sz="3200" dirty="0">
                <a:solidFill>
                  <a:schemeClr val="tx1">
                    <a:lumMod val="85000"/>
                  </a:schemeClr>
                </a:solidFill>
              </a:rPr>
              <a:t>　</a:t>
            </a:r>
            <a:endParaRPr lang="en-US" altLang="ja-JP" sz="3200" dirty="0" smtClean="0">
              <a:solidFill>
                <a:schemeClr val="tx1">
                  <a:lumMod val="85000"/>
                </a:schemeClr>
              </a:solidFill>
            </a:endParaRPr>
          </a:p>
          <a:p>
            <a:r>
              <a:rPr lang="ja-JP" altLang="en-US" sz="3200" dirty="0" smtClean="0">
                <a:solidFill>
                  <a:schemeClr val="tx1">
                    <a:lumMod val="85000"/>
                  </a:schemeClr>
                </a:solidFill>
              </a:rPr>
              <a:t>江川　彰馬</a:t>
            </a:r>
            <a:endParaRPr kumimoji="1" lang="ja-JP" altLang="en-US" sz="3200" dirty="0">
              <a:solidFill>
                <a:schemeClr val="tx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31034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/>
          <p:cNvSpPr txBox="1"/>
          <p:nvPr/>
        </p:nvSpPr>
        <p:spPr>
          <a:xfrm>
            <a:off x="190005" y="142504"/>
            <a:ext cx="3218213" cy="76944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4400" dirty="0" smtClean="0"/>
              <a:t>ゲーム概要</a:t>
            </a:r>
            <a:endParaRPr kumimoji="1" lang="ja-JP" altLang="en-US" sz="4400" dirty="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190005" y="1062681"/>
            <a:ext cx="1138827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 smtClean="0"/>
              <a:t>ジャンル　：　</a:t>
            </a:r>
            <a:r>
              <a:rPr lang="ja-JP" altLang="en-US" sz="2800" dirty="0" smtClean="0"/>
              <a:t>アクションゲーム</a:t>
            </a:r>
            <a:endParaRPr lang="en-US" altLang="ja-JP" sz="2800" dirty="0" smtClean="0"/>
          </a:p>
          <a:p>
            <a:r>
              <a:rPr kumimoji="1" lang="ja-JP" altLang="en-US" sz="2800" dirty="0" smtClean="0"/>
              <a:t>使用エンジン　 </a:t>
            </a:r>
            <a:r>
              <a:rPr kumimoji="1" lang="en-US" altLang="ja-JP" sz="2800" dirty="0" smtClean="0"/>
              <a:t>:</a:t>
            </a:r>
            <a:r>
              <a:rPr kumimoji="1" lang="ja-JP" altLang="en-US" sz="2800" dirty="0" smtClean="0"/>
              <a:t>　</a:t>
            </a:r>
            <a:r>
              <a:rPr lang="en-US" altLang="ja-JP" sz="2800" dirty="0" err="1" smtClean="0"/>
              <a:t>UnrealEngine</a:t>
            </a:r>
            <a:r>
              <a:rPr lang="ja-JP" altLang="en-US" sz="2800" dirty="0" smtClean="0"/>
              <a:t>５</a:t>
            </a:r>
            <a:endParaRPr kumimoji="1" lang="en-US" altLang="ja-JP" sz="2800" dirty="0" smtClean="0"/>
          </a:p>
          <a:p>
            <a:endParaRPr lang="en-US" altLang="ja-JP" sz="2800" dirty="0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190005" y="2280062"/>
            <a:ext cx="2600696" cy="76944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4400" dirty="0" smtClean="0"/>
              <a:t>操作方法</a:t>
            </a:r>
            <a:endParaRPr kumimoji="1" lang="ja-JP" altLang="en-US" sz="4400" dirty="0"/>
          </a:p>
        </p:txBody>
      </p:sp>
      <p:grpSp>
        <p:nvGrpSpPr>
          <p:cNvPr id="7" name="グループ化 6"/>
          <p:cNvGrpSpPr/>
          <p:nvPr/>
        </p:nvGrpSpPr>
        <p:grpSpPr>
          <a:xfrm>
            <a:off x="357249" y="3132409"/>
            <a:ext cx="2266207" cy="1065296"/>
            <a:chOff x="134588" y="1229097"/>
            <a:chExt cx="2266207" cy="1065296"/>
          </a:xfrm>
        </p:grpSpPr>
        <p:sp>
          <p:nvSpPr>
            <p:cNvPr id="8" name="正方形/長方形 7"/>
            <p:cNvSpPr/>
            <p:nvPr/>
          </p:nvSpPr>
          <p:spPr>
            <a:xfrm>
              <a:off x="914401" y="1229097"/>
              <a:ext cx="706581" cy="4987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 smtClean="0"/>
                <a:t>W</a:t>
              </a:r>
              <a:endParaRPr kumimoji="1" lang="ja-JP" altLang="en-US" dirty="0"/>
            </a:p>
          </p:txBody>
        </p:sp>
        <p:sp>
          <p:nvSpPr>
            <p:cNvPr id="9" name="正方形/長方形 8"/>
            <p:cNvSpPr/>
            <p:nvPr/>
          </p:nvSpPr>
          <p:spPr>
            <a:xfrm>
              <a:off x="914401" y="1795630"/>
              <a:ext cx="706581" cy="4987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/>
                <a:t>S</a:t>
              </a:r>
              <a:endParaRPr kumimoji="1" lang="ja-JP" altLang="en-US" dirty="0"/>
            </a:p>
          </p:txBody>
        </p:sp>
        <p:sp>
          <p:nvSpPr>
            <p:cNvPr id="10" name="正方形/長方形 9"/>
            <p:cNvSpPr/>
            <p:nvPr/>
          </p:nvSpPr>
          <p:spPr>
            <a:xfrm>
              <a:off x="134588" y="1795629"/>
              <a:ext cx="706581" cy="4987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 smtClean="0"/>
                <a:t>A</a:t>
              </a:r>
              <a:endParaRPr kumimoji="1" lang="ja-JP" altLang="en-US" dirty="0"/>
            </a:p>
          </p:txBody>
        </p:sp>
        <p:sp>
          <p:nvSpPr>
            <p:cNvPr id="11" name="正方形/長方形 10"/>
            <p:cNvSpPr/>
            <p:nvPr/>
          </p:nvSpPr>
          <p:spPr>
            <a:xfrm>
              <a:off x="1694214" y="1795629"/>
              <a:ext cx="706581" cy="4987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/>
                <a:t>D</a:t>
              </a:r>
              <a:endParaRPr kumimoji="1" lang="ja-JP" altLang="en-US" dirty="0"/>
            </a:p>
          </p:txBody>
        </p:sp>
      </p:grpSp>
      <p:sp>
        <p:nvSpPr>
          <p:cNvPr id="12" name="テキスト ボックス 11"/>
          <p:cNvSpPr txBox="1"/>
          <p:nvPr/>
        </p:nvSpPr>
        <p:spPr>
          <a:xfrm>
            <a:off x="2536172" y="3524607"/>
            <a:ext cx="46313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dirty="0" smtClean="0"/>
              <a:t>・・・　移動</a:t>
            </a:r>
            <a:endParaRPr kumimoji="1" lang="ja-JP" altLang="en-US" sz="3200" dirty="0"/>
          </a:p>
        </p:txBody>
      </p:sp>
      <p:sp>
        <p:nvSpPr>
          <p:cNvPr id="13" name="正方形/長方形 12"/>
          <p:cNvSpPr/>
          <p:nvPr/>
        </p:nvSpPr>
        <p:spPr>
          <a:xfrm>
            <a:off x="710539" y="4463665"/>
            <a:ext cx="1684315" cy="49876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smtClean="0"/>
              <a:t>SPACE</a:t>
            </a:r>
            <a:endParaRPr kumimoji="1" lang="ja-JP" altLang="en-US" dirty="0"/>
          </a:p>
        </p:txBody>
      </p:sp>
      <p:sp>
        <p:nvSpPr>
          <p:cNvPr id="14" name="テキスト ボックス 13"/>
          <p:cNvSpPr txBox="1"/>
          <p:nvPr/>
        </p:nvSpPr>
        <p:spPr>
          <a:xfrm>
            <a:off x="2623455" y="4514574"/>
            <a:ext cx="46313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dirty="0" smtClean="0"/>
              <a:t>・・・　ジャンプ</a:t>
            </a:r>
            <a:endParaRPr kumimoji="1" lang="ja-JP" altLang="en-US" sz="3200" dirty="0"/>
          </a:p>
        </p:txBody>
      </p:sp>
      <p:pic>
        <p:nvPicPr>
          <p:cNvPr id="15" name="Picture 2" descr="https://www.bing.com/th/id/OIP.CesL4vwWjegbtFgb74ZG0QHaHa?w=195&amp;h=211&amp;c=8&amp;rs=1&amp;qlt=90&amp;o=6&amp;cb=12&amp;dpr=1.5&amp;pid=3.1&amp;rm=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6535" y="5172844"/>
            <a:ext cx="1112322" cy="1203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テキスト ボックス 15"/>
          <p:cNvSpPr txBox="1"/>
          <p:nvPr/>
        </p:nvSpPr>
        <p:spPr>
          <a:xfrm>
            <a:off x="2623456" y="5574453"/>
            <a:ext cx="46313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dirty="0" smtClean="0"/>
              <a:t>・・・　攻撃</a:t>
            </a:r>
            <a:endParaRPr kumimoji="1" lang="ja-JP" altLang="en-US" sz="3200" dirty="0"/>
          </a:p>
        </p:txBody>
      </p:sp>
    </p:spTree>
    <p:extLst>
      <p:ext uri="{BB962C8B-B14F-4D97-AF65-F5344CB8AC3E}">
        <p14:creationId xmlns:p14="http://schemas.microsoft.com/office/powerpoint/2010/main" val="5285973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/>
          <p:cNvSpPr txBox="1"/>
          <p:nvPr/>
        </p:nvSpPr>
        <p:spPr>
          <a:xfrm>
            <a:off x="190005" y="142504"/>
            <a:ext cx="3863011" cy="76944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4400" dirty="0" smtClean="0"/>
              <a:t>ゲームの流れ</a:t>
            </a:r>
            <a:endParaRPr kumimoji="1" lang="ja-JP" altLang="en-US" sz="4400" dirty="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103508" y="1000898"/>
            <a:ext cx="11388276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dirty="0" smtClean="0"/>
              <a:t>・プレイヤーは危険な敵やギミックを攻略しながら自分の家を目指す</a:t>
            </a:r>
            <a:endParaRPr lang="en-US" altLang="ja-JP" sz="2800" dirty="0" smtClean="0"/>
          </a:p>
          <a:p>
            <a:r>
              <a:rPr lang="ja-JP" altLang="en-US" sz="2800" dirty="0"/>
              <a:t>・敵を倒すと薬草に経験値が入り、経験値が溜まったら有利な効果を</a:t>
            </a:r>
            <a:endParaRPr lang="en-US" altLang="ja-JP" sz="2800" dirty="0"/>
          </a:p>
          <a:p>
            <a:r>
              <a:rPr lang="ja-JP" altLang="en-US" sz="2800" dirty="0"/>
              <a:t>　手に入れることができる。</a:t>
            </a:r>
            <a:endParaRPr lang="en-US" altLang="ja-JP" sz="2800" dirty="0"/>
          </a:p>
          <a:p>
            <a:r>
              <a:rPr lang="ja-JP" altLang="en-US" sz="2800" dirty="0"/>
              <a:t>　同じ効果を選ぶ</a:t>
            </a:r>
            <a:r>
              <a:rPr lang="ja-JP" altLang="en-US" sz="2800" dirty="0" smtClean="0"/>
              <a:t>と効果</a:t>
            </a:r>
            <a:r>
              <a:rPr lang="ja-JP" altLang="en-US" sz="2800" dirty="0"/>
              <a:t>が強くなる。</a:t>
            </a:r>
            <a:endParaRPr lang="en-US" altLang="ja-JP" sz="2800" dirty="0"/>
          </a:p>
          <a:p>
            <a:endParaRPr lang="en-US" altLang="ja-JP" sz="2800" dirty="0"/>
          </a:p>
          <a:p>
            <a:r>
              <a:rPr lang="ja-JP" altLang="en-US" sz="2800" dirty="0" smtClean="0"/>
              <a:t>・ステージは　森、洞窟、山の三つに分かれる。</a:t>
            </a:r>
            <a:endParaRPr lang="en-US" altLang="ja-JP" sz="2800" dirty="0" smtClean="0"/>
          </a:p>
          <a:p>
            <a:r>
              <a:rPr lang="ja-JP" altLang="en-US" sz="3600" dirty="0" smtClean="0"/>
              <a:t>・大まかなステージの図</a:t>
            </a:r>
            <a:endParaRPr lang="en-US" altLang="ja-JP" sz="3600" dirty="0"/>
          </a:p>
        </p:txBody>
      </p:sp>
      <p:sp>
        <p:nvSpPr>
          <p:cNvPr id="3" name="右矢印 2"/>
          <p:cNvSpPr/>
          <p:nvPr/>
        </p:nvSpPr>
        <p:spPr>
          <a:xfrm>
            <a:off x="3063835" y="5296395"/>
            <a:ext cx="617516" cy="2731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右矢印 14"/>
          <p:cNvSpPr/>
          <p:nvPr/>
        </p:nvSpPr>
        <p:spPr>
          <a:xfrm>
            <a:off x="6442365" y="5296395"/>
            <a:ext cx="617516" cy="2731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右矢印 16"/>
          <p:cNvSpPr/>
          <p:nvPr/>
        </p:nvSpPr>
        <p:spPr>
          <a:xfrm>
            <a:off x="9974454" y="5296395"/>
            <a:ext cx="617516" cy="2731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正方形/長方形 18"/>
          <p:cNvSpPr/>
          <p:nvPr/>
        </p:nvSpPr>
        <p:spPr>
          <a:xfrm>
            <a:off x="10591970" y="4654108"/>
            <a:ext cx="1225137" cy="2021518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 smtClean="0"/>
              <a:t>家</a:t>
            </a:r>
            <a:endParaRPr kumimoji="1" lang="en-US" altLang="ja-JP" dirty="0" smtClean="0"/>
          </a:p>
          <a:p>
            <a:pPr algn="ctr"/>
            <a:r>
              <a:rPr lang="ja-JP" altLang="en-US" dirty="0"/>
              <a:t>ゴール</a:t>
            </a:r>
            <a:endParaRPr kumimoji="1" lang="ja-JP" altLang="en-US" dirty="0"/>
          </a:p>
        </p:txBody>
      </p:sp>
      <p:pic>
        <p:nvPicPr>
          <p:cNvPr id="6" name="図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871" y="4654414"/>
            <a:ext cx="2821190" cy="2084832"/>
          </a:xfrm>
          <a:prstGeom prst="rect">
            <a:avLst/>
          </a:prstGeom>
        </p:spPr>
      </p:pic>
      <p:sp>
        <p:nvSpPr>
          <p:cNvPr id="7" name="テキスト ボックス 6"/>
          <p:cNvSpPr txBox="1"/>
          <p:nvPr/>
        </p:nvSpPr>
        <p:spPr>
          <a:xfrm>
            <a:off x="942103" y="4321505"/>
            <a:ext cx="15633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 smtClean="0"/>
              <a:t>森ステージ</a:t>
            </a:r>
            <a:endParaRPr kumimoji="1" lang="ja-JP" altLang="en-US" dirty="0"/>
          </a:p>
        </p:txBody>
      </p:sp>
      <p:pic>
        <p:nvPicPr>
          <p:cNvPr id="8" name="図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5324" y="4655245"/>
            <a:ext cx="2799293" cy="2020381"/>
          </a:xfrm>
          <a:prstGeom prst="rect">
            <a:avLst/>
          </a:prstGeom>
        </p:spPr>
      </p:pic>
      <p:sp>
        <p:nvSpPr>
          <p:cNvPr id="18" name="テキスト ボックス 17"/>
          <p:cNvSpPr txBox="1"/>
          <p:nvPr/>
        </p:nvSpPr>
        <p:spPr>
          <a:xfrm>
            <a:off x="4392319" y="4321004"/>
            <a:ext cx="15633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洞窟</a:t>
            </a:r>
            <a:r>
              <a:rPr kumimoji="1" lang="ja-JP" altLang="en-US" dirty="0" smtClean="0"/>
              <a:t>ステージ</a:t>
            </a:r>
            <a:endParaRPr kumimoji="1" lang="ja-JP" altLang="en-US" dirty="0"/>
          </a:p>
        </p:txBody>
      </p:sp>
      <p:pic>
        <p:nvPicPr>
          <p:cNvPr id="9" name="図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6098" y="4654108"/>
            <a:ext cx="2868356" cy="2021518"/>
          </a:xfrm>
          <a:prstGeom prst="rect">
            <a:avLst/>
          </a:prstGeom>
        </p:spPr>
      </p:pic>
      <p:sp>
        <p:nvSpPr>
          <p:cNvPr id="20" name="テキスト ボックス 19"/>
          <p:cNvSpPr txBox="1"/>
          <p:nvPr/>
        </p:nvSpPr>
        <p:spPr>
          <a:xfrm>
            <a:off x="7758599" y="4321004"/>
            <a:ext cx="15633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山</a:t>
            </a:r>
            <a:r>
              <a:rPr kumimoji="1" lang="ja-JP" altLang="en-US" dirty="0" smtClean="0"/>
              <a:t>ステージ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608107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/>
          <p:cNvSpPr txBox="1"/>
          <p:nvPr/>
        </p:nvSpPr>
        <p:spPr>
          <a:xfrm>
            <a:off x="190005" y="142504"/>
            <a:ext cx="3863011" cy="76944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4400" dirty="0" smtClean="0"/>
              <a:t>ギミック例</a:t>
            </a:r>
            <a:endParaRPr kumimoji="1" lang="ja-JP" altLang="en-US" sz="4400" dirty="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103508" y="1000898"/>
            <a:ext cx="11388276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dirty="0" smtClean="0"/>
              <a:t>・蔓に覆われた壁</a:t>
            </a:r>
            <a:endParaRPr lang="en-US" altLang="ja-JP" sz="2800" dirty="0" smtClean="0"/>
          </a:p>
          <a:p>
            <a:r>
              <a:rPr lang="ja-JP" altLang="en-US" sz="2800" dirty="0" smtClean="0"/>
              <a:t>マップ内に落ちている松明を使用して通れるようにする。</a:t>
            </a:r>
            <a:endParaRPr lang="en-US" altLang="ja-JP" sz="2800" dirty="0" smtClean="0"/>
          </a:p>
          <a:p>
            <a:endParaRPr lang="en-US" altLang="ja-JP" sz="2800" dirty="0" smtClean="0"/>
          </a:p>
          <a:p>
            <a:r>
              <a:rPr lang="ja-JP" altLang="en-US" sz="2800" dirty="0" smtClean="0"/>
              <a:t>・湖、溶岩</a:t>
            </a:r>
            <a:endParaRPr lang="en-US" altLang="ja-JP" sz="2800" dirty="0" smtClean="0"/>
          </a:p>
          <a:p>
            <a:r>
              <a:rPr lang="ja-JP" altLang="en-US" sz="2800" dirty="0" smtClean="0"/>
              <a:t>落ちてしまうとマップの最初の地点に戻される。</a:t>
            </a:r>
            <a:endParaRPr lang="en-US" altLang="ja-JP" sz="2800" dirty="0" smtClean="0"/>
          </a:p>
          <a:p>
            <a:endParaRPr lang="en-US" altLang="ja-JP" sz="2800" dirty="0"/>
          </a:p>
          <a:p>
            <a:r>
              <a:rPr lang="ja-JP" altLang="en-US" sz="2800" dirty="0" smtClean="0"/>
              <a:t>・移動する床</a:t>
            </a:r>
            <a:endParaRPr lang="en-US" altLang="ja-JP" sz="2800" dirty="0" smtClean="0"/>
          </a:p>
          <a:p>
            <a:r>
              <a:rPr lang="ja-JP" altLang="en-US" sz="2800" dirty="0" smtClean="0"/>
              <a:t>高所に移動したり、崖を移動する</a:t>
            </a:r>
            <a:endParaRPr lang="en-US" altLang="ja-JP" sz="2800" dirty="0" smtClean="0"/>
          </a:p>
          <a:p>
            <a:endParaRPr lang="en-US" altLang="ja-JP" sz="2800" dirty="0"/>
          </a:p>
          <a:p>
            <a:r>
              <a:rPr lang="ja-JP" altLang="en-US" sz="2800" dirty="0" smtClean="0"/>
              <a:t>・破壊できる木箱、水晶</a:t>
            </a:r>
            <a:endParaRPr lang="en-US" altLang="ja-JP" sz="2800" dirty="0" smtClean="0"/>
          </a:p>
          <a:p>
            <a:r>
              <a:rPr lang="ja-JP" altLang="en-US" sz="2800" dirty="0" smtClean="0"/>
              <a:t>攻撃することで破壊できる</a:t>
            </a:r>
            <a:endParaRPr lang="en-US" altLang="ja-JP" sz="2800" dirty="0" smtClean="0"/>
          </a:p>
        </p:txBody>
      </p:sp>
      <p:pic>
        <p:nvPicPr>
          <p:cNvPr id="2" name="図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3768" y="577743"/>
            <a:ext cx="1842957" cy="1268421"/>
          </a:xfrm>
          <a:prstGeom prst="rect">
            <a:avLst/>
          </a:prstGeom>
        </p:spPr>
      </p:pic>
      <p:pic>
        <p:nvPicPr>
          <p:cNvPr id="3" name="図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9420" y="2125468"/>
            <a:ext cx="2008696" cy="1325140"/>
          </a:xfrm>
          <a:prstGeom prst="rect">
            <a:avLst/>
          </a:prstGeom>
        </p:spPr>
      </p:pic>
      <p:pic>
        <p:nvPicPr>
          <p:cNvPr id="6" name="図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5292" y="3716067"/>
            <a:ext cx="1903020" cy="974805"/>
          </a:xfrm>
          <a:prstGeom prst="rect">
            <a:avLst/>
          </a:prstGeom>
        </p:spPr>
      </p:pic>
      <p:pic>
        <p:nvPicPr>
          <p:cNvPr id="7" name="図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4026" y="4818888"/>
            <a:ext cx="1422148" cy="1328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8100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/>
          <p:cNvSpPr txBox="1"/>
          <p:nvPr/>
        </p:nvSpPr>
        <p:spPr>
          <a:xfrm>
            <a:off x="190005" y="142504"/>
            <a:ext cx="3863011" cy="76944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4400" dirty="0" smtClean="0"/>
              <a:t>薬草の効能例</a:t>
            </a:r>
            <a:endParaRPr kumimoji="1" lang="ja-JP" altLang="en-US" sz="4400" dirty="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103508" y="1000898"/>
            <a:ext cx="6772305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800" dirty="0" smtClean="0"/>
              <a:t>------- </a:t>
            </a:r>
            <a:r>
              <a:rPr lang="ja-JP" altLang="en-US" sz="2800" dirty="0" smtClean="0"/>
              <a:t> 良い効果例 </a:t>
            </a:r>
            <a:r>
              <a:rPr lang="en-US" altLang="ja-JP" sz="2800" dirty="0" smtClean="0"/>
              <a:t>-------</a:t>
            </a:r>
          </a:p>
          <a:p>
            <a:r>
              <a:rPr lang="ja-JP" altLang="en-US" sz="2800" dirty="0" smtClean="0"/>
              <a:t>・自然治癒</a:t>
            </a:r>
            <a:r>
              <a:rPr lang="ja-JP" altLang="en-US" sz="2800" dirty="0"/>
              <a:t>　</a:t>
            </a:r>
            <a:r>
              <a:rPr lang="ja-JP" altLang="en-US" sz="2800" dirty="0" smtClean="0"/>
              <a:t>　毎秒２ずつ回復</a:t>
            </a:r>
            <a:endParaRPr lang="en-US" altLang="ja-JP" sz="2800" dirty="0" smtClean="0"/>
          </a:p>
          <a:p>
            <a:endParaRPr lang="en-US" altLang="ja-JP" sz="2800" dirty="0" smtClean="0"/>
          </a:p>
          <a:p>
            <a:r>
              <a:rPr lang="ja-JP" altLang="en-US" sz="2800" dirty="0" smtClean="0"/>
              <a:t>・疲労回復</a:t>
            </a:r>
            <a:r>
              <a:rPr lang="ja-JP" altLang="en-US" sz="2800" dirty="0"/>
              <a:t>　</a:t>
            </a:r>
            <a:r>
              <a:rPr lang="ja-JP" altLang="en-US" sz="2800" dirty="0" smtClean="0"/>
              <a:t>　移動速度が</a:t>
            </a:r>
            <a:r>
              <a:rPr lang="en-US" altLang="ja-JP" sz="2800" dirty="0" smtClean="0"/>
              <a:t>1.2</a:t>
            </a:r>
            <a:r>
              <a:rPr lang="ja-JP" altLang="en-US" sz="2800" dirty="0" smtClean="0"/>
              <a:t>倍</a:t>
            </a:r>
            <a:endParaRPr lang="en-US" altLang="ja-JP" sz="2800" dirty="0" smtClean="0"/>
          </a:p>
          <a:p>
            <a:endParaRPr lang="en-US" altLang="ja-JP" sz="2800" dirty="0" smtClean="0"/>
          </a:p>
          <a:p>
            <a:r>
              <a:rPr lang="ja-JP" altLang="en-US" sz="2800" dirty="0" smtClean="0"/>
              <a:t>・解熱作用</a:t>
            </a:r>
            <a:r>
              <a:rPr lang="ja-JP" altLang="en-US" sz="2800" dirty="0"/>
              <a:t>　</a:t>
            </a:r>
            <a:r>
              <a:rPr lang="ja-JP" altLang="en-US" sz="2800" dirty="0" smtClean="0"/>
              <a:t>　攻撃力が</a:t>
            </a:r>
            <a:r>
              <a:rPr lang="en-US" altLang="ja-JP" sz="2800" dirty="0"/>
              <a:t>5</a:t>
            </a:r>
            <a:r>
              <a:rPr lang="ja-JP" altLang="en-US" sz="2800" dirty="0" smtClean="0"/>
              <a:t>増加</a:t>
            </a:r>
            <a:endParaRPr lang="en-US" altLang="ja-JP" sz="2800" dirty="0" smtClean="0"/>
          </a:p>
          <a:p>
            <a:endParaRPr lang="en-US" altLang="ja-JP" sz="2800" dirty="0" smtClean="0"/>
          </a:p>
          <a:p>
            <a:r>
              <a:rPr lang="en-US" altLang="ja-JP" sz="2800" dirty="0"/>
              <a:t>------- </a:t>
            </a:r>
            <a:r>
              <a:rPr lang="ja-JP" altLang="en-US" sz="2800" dirty="0"/>
              <a:t> 悪い</a:t>
            </a:r>
            <a:r>
              <a:rPr lang="ja-JP" altLang="en-US" sz="2800" dirty="0" smtClean="0"/>
              <a:t>効果例 </a:t>
            </a:r>
            <a:r>
              <a:rPr lang="en-US" altLang="ja-JP" sz="2800" dirty="0"/>
              <a:t>-------</a:t>
            </a:r>
          </a:p>
          <a:p>
            <a:r>
              <a:rPr lang="ja-JP" altLang="en-US" sz="2800" dirty="0" smtClean="0"/>
              <a:t>・疲労増加　　移動速度が</a:t>
            </a:r>
            <a:r>
              <a:rPr lang="en-US" altLang="ja-JP" sz="2800" dirty="0" smtClean="0"/>
              <a:t>0.8</a:t>
            </a:r>
            <a:r>
              <a:rPr lang="ja-JP" altLang="en-US" sz="2800" dirty="0" smtClean="0"/>
              <a:t>倍</a:t>
            </a:r>
            <a:endParaRPr lang="en-US" altLang="ja-JP" sz="2800" dirty="0" smtClean="0"/>
          </a:p>
          <a:p>
            <a:endParaRPr lang="en-US" altLang="ja-JP" sz="2800" dirty="0"/>
          </a:p>
          <a:p>
            <a:r>
              <a:rPr lang="ja-JP" altLang="en-US" sz="2800" dirty="0" smtClean="0"/>
              <a:t>・発熱　　　　攻撃力が</a:t>
            </a:r>
            <a:r>
              <a:rPr lang="en-US" altLang="ja-JP" sz="2800" dirty="0" smtClean="0"/>
              <a:t>3</a:t>
            </a:r>
            <a:r>
              <a:rPr lang="ja-JP" altLang="en-US" sz="2800" dirty="0" smtClean="0"/>
              <a:t>減少</a:t>
            </a:r>
            <a:endParaRPr lang="en-US" altLang="ja-JP" sz="2800" dirty="0" smtClean="0"/>
          </a:p>
          <a:p>
            <a:endParaRPr lang="en-US" altLang="ja-JP" sz="2800" dirty="0"/>
          </a:p>
          <a:p>
            <a:r>
              <a:rPr lang="ja-JP" altLang="en-US" sz="2800" dirty="0" smtClean="0"/>
              <a:t>・毒　　　　　体力の最大値が</a:t>
            </a:r>
            <a:r>
              <a:rPr lang="en-US" altLang="ja-JP" sz="2800" dirty="0" smtClean="0"/>
              <a:t>20</a:t>
            </a:r>
            <a:r>
              <a:rPr lang="ja-JP" altLang="en-US" sz="2800" dirty="0" smtClean="0"/>
              <a:t>減少</a:t>
            </a:r>
            <a:endParaRPr lang="en-US" altLang="ja-JP" sz="2800" dirty="0"/>
          </a:p>
        </p:txBody>
      </p:sp>
      <p:sp>
        <p:nvSpPr>
          <p:cNvPr id="3" name="正方形/長方形 2"/>
          <p:cNvSpPr/>
          <p:nvPr/>
        </p:nvSpPr>
        <p:spPr>
          <a:xfrm>
            <a:off x="8211788" y="193376"/>
            <a:ext cx="3758540" cy="161504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dirty="0"/>
              <a:t>プレイヤー</a:t>
            </a:r>
            <a:r>
              <a:rPr lang="ja-JP" altLang="en-US" dirty="0" smtClean="0"/>
              <a:t>の初期ステータス</a:t>
            </a:r>
            <a:endParaRPr lang="en-US" altLang="ja-JP" dirty="0"/>
          </a:p>
          <a:p>
            <a:endParaRPr lang="en-US" altLang="ja-JP" dirty="0"/>
          </a:p>
          <a:p>
            <a:r>
              <a:rPr lang="en-US" altLang="ja-JP" dirty="0"/>
              <a:t>HP</a:t>
            </a:r>
            <a:r>
              <a:rPr lang="ja-JP" altLang="en-US" dirty="0"/>
              <a:t>　　　１００</a:t>
            </a:r>
            <a:endParaRPr lang="en-US" altLang="ja-JP" dirty="0"/>
          </a:p>
          <a:p>
            <a:r>
              <a:rPr lang="ja-JP" altLang="en-US" dirty="0"/>
              <a:t>攻撃力　     　</a:t>
            </a:r>
            <a:r>
              <a:rPr lang="ja-JP" altLang="en-US" dirty="0" smtClean="0"/>
              <a:t>５</a:t>
            </a:r>
            <a:endParaRPr lang="en-US" altLang="ja-JP" dirty="0" smtClean="0"/>
          </a:p>
          <a:p>
            <a:r>
              <a:rPr lang="ja-JP" altLang="en-US" dirty="0" smtClean="0"/>
              <a:t>移動速度　   </a:t>
            </a:r>
            <a:r>
              <a:rPr lang="en-US" altLang="ja-JP" dirty="0" smtClean="0"/>
              <a:t>1.0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585649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スライス">
  <a:themeElements>
    <a:clrScheme name="スライス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スライス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スライス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323</TotalTime>
  <Words>140</Words>
  <Application>Microsoft Office PowerPoint</Application>
  <PresentationFormat>ワイド画面</PresentationFormat>
  <Paragraphs>59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メイリオ</vt:lpstr>
      <vt:lpstr>Century Gothic</vt:lpstr>
      <vt:lpstr>Wingdings 3</vt:lpstr>
      <vt:lpstr>スライス</vt:lpstr>
      <vt:lpstr>BACK TO HOME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帰宅RPG</dc:title>
  <dc:creator>GA2B</dc:creator>
  <cp:lastModifiedBy>GA2B</cp:lastModifiedBy>
  <cp:revision>43</cp:revision>
  <dcterms:created xsi:type="dcterms:W3CDTF">2025-10-05T23:52:26Z</dcterms:created>
  <dcterms:modified xsi:type="dcterms:W3CDTF">2025-12-08T03:53:55Z</dcterms:modified>
</cp:coreProperties>
</file>