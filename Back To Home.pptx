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5E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50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536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336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7041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8558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52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0145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877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212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6101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4600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325999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742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1511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20505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1865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30630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7F99FBB3-76A5-4B60-BF62-179EE3A79E56}" type="datetimeFigureOut">
              <a:rPr kumimoji="1" lang="ja-JP" altLang="en-US" smtClean="0"/>
              <a:t>2025/12/11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A93043B-4410-4280-830F-097E9ABA65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244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  <p:sldLayoutId id="2147483801" r:id="rId15"/>
    <p:sldLayoutId id="2147483802" r:id="rId16"/>
    <p:sldLayoutId id="2147483803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33594" y="581891"/>
            <a:ext cx="11066422" cy="5462647"/>
          </a:xfrm>
        </p:spPr>
        <p:txBody>
          <a:bodyPr>
            <a:noAutofit/>
          </a:bodyPr>
          <a:lstStyle/>
          <a:p>
            <a:r>
              <a:rPr lang="en-US" altLang="ja-JP" sz="12000" dirty="0" smtClean="0"/>
              <a:t>BACK</a:t>
            </a:r>
            <a:br>
              <a:rPr lang="en-US" altLang="ja-JP" sz="12000" dirty="0" smtClean="0"/>
            </a:br>
            <a:r>
              <a:rPr lang="en-US" altLang="ja-JP" sz="12000" dirty="0" smtClean="0"/>
              <a:t>TO</a:t>
            </a:r>
            <a:br>
              <a:rPr lang="en-US" altLang="ja-JP" sz="12000" dirty="0" smtClean="0"/>
            </a:br>
            <a:r>
              <a:rPr lang="en-US" altLang="ja-JP" sz="12000" dirty="0" smtClean="0"/>
              <a:t>HOME</a:t>
            </a:r>
            <a:endParaRPr kumimoji="1" lang="ja-JP" altLang="en-US" sz="12000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9203376" y="5246770"/>
            <a:ext cx="2594760" cy="441510"/>
          </a:xfrm>
        </p:spPr>
        <p:txBody>
          <a:bodyPr>
            <a:noAutofit/>
          </a:bodyPr>
          <a:lstStyle/>
          <a:p>
            <a:r>
              <a:rPr kumimoji="1"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河野　拓実</a:t>
            </a:r>
            <a:r>
              <a:rPr lang="ja-JP" altLang="en-US" sz="3200" dirty="0">
                <a:solidFill>
                  <a:schemeClr val="tx1">
                    <a:lumMod val="85000"/>
                  </a:schemeClr>
                </a:solidFill>
              </a:rPr>
              <a:t>　</a:t>
            </a:r>
            <a:endParaRPr lang="en-US" altLang="ja-JP" sz="3200" dirty="0" smtClean="0">
              <a:solidFill>
                <a:schemeClr val="tx1">
                  <a:lumMod val="85000"/>
                </a:schemeClr>
              </a:solidFill>
            </a:endParaRPr>
          </a:p>
          <a:p>
            <a:r>
              <a:rPr lang="ja-JP" altLang="en-US" sz="3200" dirty="0" smtClean="0">
                <a:solidFill>
                  <a:schemeClr val="tx1">
                    <a:lumMod val="85000"/>
                  </a:schemeClr>
                </a:solidFill>
              </a:rPr>
              <a:t>江川　彰馬</a:t>
            </a:r>
            <a:endParaRPr kumimoji="1" lang="ja-JP" altLang="en-US" sz="3200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3103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218213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ゲーム概要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90005" y="1062681"/>
            <a:ext cx="113882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ジャンル　：　</a:t>
            </a:r>
            <a:r>
              <a:rPr lang="ja-JP" altLang="en-US" sz="2800" dirty="0" smtClean="0"/>
              <a:t>アクションゲーム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使用エンジン　 </a:t>
            </a:r>
            <a:r>
              <a:rPr kumimoji="1" lang="en-US" altLang="ja-JP" sz="2800" dirty="0" smtClean="0"/>
              <a:t>:</a:t>
            </a:r>
            <a:r>
              <a:rPr kumimoji="1" lang="ja-JP" altLang="en-US" sz="2800" dirty="0" smtClean="0"/>
              <a:t>　</a:t>
            </a:r>
            <a:r>
              <a:rPr lang="en-US" altLang="ja-JP" sz="2800" dirty="0" err="1" smtClean="0"/>
              <a:t>UnrealEngine</a:t>
            </a:r>
            <a:r>
              <a:rPr lang="ja-JP" altLang="en-US" sz="2800" dirty="0" smtClean="0"/>
              <a:t>５</a:t>
            </a:r>
            <a:endParaRPr kumimoji="1" lang="en-US" altLang="ja-JP" sz="2800" dirty="0" smtClean="0"/>
          </a:p>
          <a:p>
            <a:endParaRPr lang="en-US" altLang="ja-JP" sz="28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90005" y="2280062"/>
            <a:ext cx="2600696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操作方法</a:t>
            </a:r>
            <a:endParaRPr kumimoji="1" lang="ja-JP" altLang="en-US" sz="4400" dirty="0"/>
          </a:p>
        </p:txBody>
      </p:sp>
      <p:grpSp>
        <p:nvGrpSpPr>
          <p:cNvPr id="7" name="グループ化 6"/>
          <p:cNvGrpSpPr/>
          <p:nvPr/>
        </p:nvGrpSpPr>
        <p:grpSpPr>
          <a:xfrm>
            <a:off x="357249" y="3132409"/>
            <a:ext cx="2266207" cy="1065296"/>
            <a:chOff x="134588" y="1229097"/>
            <a:chExt cx="2266207" cy="1065296"/>
          </a:xfrm>
        </p:grpSpPr>
        <p:sp>
          <p:nvSpPr>
            <p:cNvPr id="8" name="正方形/長方形 7"/>
            <p:cNvSpPr/>
            <p:nvPr/>
          </p:nvSpPr>
          <p:spPr>
            <a:xfrm>
              <a:off x="914401" y="1229097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 smtClean="0"/>
                <a:t>W</a:t>
              </a:r>
              <a:endParaRPr kumimoji="1" lang="ja-JP" altLang="en-US" dirty="0"/>
            </a:p>
          </p:txBody>
        </p:sp>
        <p:sp>
          <p:nvSpPr>
            <p:cNvPr id="9" name="正方形/長方形 8"/>
            <p:cNvSpPr/>
            <p:nvPr/>
          </p:nvSpPr>
          <p:spPr>
            <a:xfrm>
              <a:off x="914401" y="1795630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S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134588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 smtClean="0"/>
                <a:t>A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1694214" y="1795629"/>
              <a:ext cx="706581" cy="4987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D</a:t>
              </a:r>
              <a:endParaRPr kumimoji="1" lang="ja-JP" altLang="en-US" dirty="0"/>
            </a:p>
          </p:txBody>
        </p:sp>
      </p:grpSp>
      <p:sp>
        <p:nvSpPr>
          <p:cNvPr id="12" name="テキスト ボックス 11"/>
          <p:cNvSpPr txBox="1"/>
          <p:nvPr/>
        </p:nvSpPr>
        <p:spPr>
          <a:xfrm>
            <a:off x="2790701" y="3453947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移動</a:t>
            </a:r>
            <a:endParaRPr kumimoji="1" lang="ja-JP" altLang="en-US" sz="3200" dirty="0"/>
          </a:p>
        </p:txBody>
      </p:sp>
      <p:sp>
        <p:nvSpPr>
          <p:cNvPr id="13" name="正方形/長方形 12"/>
          <p:cNvSpPr/>
          <p:nvPr/>
        </p:nvSpPr>
        <p:spPr>
          <a:xfrm>
            <a:off x="710539" y="4463665"/>
            <a:ext cx="1684315" cy="49876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smtClean="0"/>
              <a:t>SPACE</a:t>
            </a:r>
            <a:endParaRPr kumimoji="1" lang="ja-JP" altLang="en-US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2790700" y="4506734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ジャンプ</a:t>
            </a:r>
            <a:endParaRPr kumimoji="1" lang="ja-JP" altLang="en-US" sz="3200" dirty="0"/>
          </a:p>
        </p:txBody>
      </p:sp>
      <p:pic>
        <p:nvPicPr>
          <p:cNvPr id="15" name="Picture 2" descr="https://www.bing.com/th/id/OIP.CesL4vwWjegbtFgb74ZG0QHaHa?w=195&amp;h=211&amp;c=8&amp;rs=1&amp;qlt=90&amp;o=6&amp;cb=12&amp;dpr=1.5&amp;pid=3.1&amp;rm=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535" y="5172844"/>
            <a:ext cx="1112322" cy="1203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テキスト ボックス 15"/>
          <p:cNvSpPr txBox="1"/>
          <p:nvPr/>
        </p:nvSpPr>
        <p:spPr>
          <a:xfrm>
            <a:off x="2790699" y="5559521"/>
            <a:ext cx="46313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 smtClean="0"/>
              <a:t>・・・　攻撃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528597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4400" dirty="0" smtClean="0"/>
              <a:t>ゲームの流れ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1138827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・プレイヤーは危険な敵やギミックを攻略しながら自分の家を目指す</a:t>
            </a:r>
            <a:endParaRPr lang="en-US" altLang="ja-JP" sz="2800" dirty="0" smtClean="0"/>
          </a:p>
          <a:p>
            <a:r>
              <a:rPr lang="ja-JP" altLang="en-US" sz="2800" dirty="0"/>
              <a:t>・敵を倒すと薬草に経験値が入り</a:t>
            </a:r>
            <a:r>
              <a:rPr lang="ja-JP" altLang="en-US" sz="2800" dirty="0" smtClean="0"/>
              <a:t>、レベルアップで攻撃力、</a:t>
            </a:r>
            <a:endParaRPr lang="en-US" altLang="ja-JP" sz="2800" dirty="0" smtClean="0"/>
          </a:p>
          <a:p>
            <a:r>
              <a:rPr lang="ja-JP" altLang="en-US" sz="2800" dirty="0" smtClean="0"/>
              <a:t>自然回復力、移動速度のどれか一つを強化できる。</a:t>
            </a:r>
            <a:endParaRPr lang="en-US" altLang="ja-JP" sz="2800" dirty="0"/>
          </a:p>
          <a:p>
            <a:r>
              <a:rPr lang="ja-JP" altLang="en-US" sz="2800" dirty="0"/>
              <a:t>　同じ効果を選ぶ</a:t>
            </a:r>
            <a:r>
              <a:rPr lang="ja-JP" altLang="en-US" sz="2800" dirty="0" smtClean="0"/>
              <a:t>と効果</a:t>
            </a:r>
            <a:r>
              <a:rPr lang="ja-JP" altLang="en-US" sz="2800" dirty="0" smtClean="0"/>
              <a:t>が重複していく。</a:t>
            </a:r>
            <a:endParaRPr lang="en-US" altLang="ja-JP" sz="2800" dirty="0"/>
          </a:p>
          <a:p>
            <a:endParaRPr lang="en-US" altLang="ja-JP" sz="2800" dirty="0"/>
          </a:p>
          <a:p>
            <a:r>
              <a:rPr lang="ja-JP" altLang="en-US" sz="2800" dirty="0" smtClean="0"/>
              <a:t>・ステージは　森、洞窟、山の三つに分かれる。</a:t>
            </a:r>
            <a:endParaRPr lang="en-US" altLang="ja-JP" sz="2800" dirty="0" smtClean="0"/>
          </a:p>
          <a:p>
            <a:r>
              <a:rPr lang="ja-JP" altLang="en-US" sz="3600" dirty="0" smtClean="0"/>
              <a:t>・大まかなステージの図</a:t>
            </a:r>
            <a:endParaRPr lang="en-US" altLang="ja-JP" sz="3600" dirty="0"/>
          </a:p>
        </p:txBody>
      </p:sp>
      <p:sp>
        <p:nvSpPr>
          <p:cNvPr id="3" name="右矢印 2"/>
          <p:cNvSpPr/>
          <p:nvPr/>
        </p:nvSpPr>
        <p:spPr>
          <a:xfrm>
            <a:off x="3063835" y="529639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右矢印 14"/>
          <p:cNvSpPr/>
          <p:nvPr/>
        </p:nvSpPr>
        <p:spPr>
          <a:xfrm>
            <a:off x="6442365" y="529639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右矢印 16"/>
          <p:cNvSpPr/>
          <p:nvPr/>
        </p:nvSpPr>
        <p:spPr>
          <a:xfrm>
            <a:off x="9974454" y="5296395"/>
            <a:ext cx="617516" cy="2731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/>
          <p:cNvSpPr/>
          <p:nvPr/>
        </p:nvSpPr>
        <p:spPr>
          <a:xfrm>
            <a:off x="10591970" y="4654108"/>
            <a:ext cx="1225137" cy="202151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家</a:t>
            </a:r>
            <a:endParaRPr kumimoji="1" lang="en-US" altLang="ja-JP" dirty="0" smtClean="0"/>
          </a:p>
          <a:p>
            <a:pPr algn="ctr"/>
            <a:r>
              <a:rPr lang="ja-JP" altLang="en-US" dirty="0"/>
              <a:t>ゴール</a:t>
            </a:r>
            <a:endParaRPr kumimoji="1" lang="ja-JP" altLang="en-US" dirty="0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71" y="4654414"/>
            <a:ext cx="2821190" cy="2084832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942103" y="4321505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 smtClean="0"/>
              <a:t>森ステージ</a:t>
            </a:r>
            <a:endParaRPr kumimoji="1" lang="ja-JP" altLang="en-US" dirty="0"/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324" y="4655245"/>
            <a:ext cx="2799293" cy="2020381"/>
          </a:xfrm>
          <a:prstGeom prst="rect">
            <a:avLst/>
          </a:prstGeom>
        </p:spPr>
      </p:pic>
      <p:sp>
        <p:nvSpPr>
          <p:cNvPr id="18" name="テキスト ボックス 17"/>
          <p:cNvSpPr txBox="1"/>
          <p:nvPr/>
        </p:nvSpPr>
        <p:spPr>
          <a:xfrm>
            <a:off x="4392319" y="4321004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洞窟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6098" y="4654108"/>
            <a:ext cx="2868356" cy="2021518"/>
          </a:xfrm>
          <a:prstGeom prst="rect">
            <a:avLst/>
          </a:prstGeom>
        </p:spPr>
      </p:pic>
      <p:sp>
        <p:nvSpPr>
          <p:cNvPr id="20" name="テキスト ボックス 19"/>
          <p:cNvSpPr txBox="1"/>
          <p:nvPr/>
        </p:nvSpPr>
        <p:spPr>
          <a:xfrm>
            <a:off x="7758599" y="4321004"/>
            <a:ext cx="1563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山</a:t>
            </a:r>
            <a:r>
              <a:rPr kumimoji="1" lang="ja-JP" altLang="en-US" dirty="0" smtClean="0"/>
              <a:t>ステージ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60810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ギミック例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1138827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 smtClean="0"/>
              <a:t>・蔓に覆われた壁</a:t>
            </a:r>
            <a:endParaRPr lang="en-US" altLang="ja-JP" sz="2800" dirty="0" smtClean="0"/>
          </a:p>
          <a:p>
            <a:r>
              <a:rPr lang="ja-JP" altLang="en-US" sz="2800" dirty="0" smtClean="0"/>
              <a:t>マップ内に落ちている松明を使用して通れるようにする。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・湖、溶岩</a:t>
            </a:r>
            <a:endParaRPr lang="en-US" altLang="ja-JP" sz="2800" dirty="0" smtClean="0"/>
          </a:p>
          <a:p>
            <a:r>
              <a:rPr lang="ja-JP" altLang="en-US" sz="2800" dirty="0" smtClean="0"/>
              <a:t>落ちてしまうとマップの最初の地点に戻される。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・移動する床</a:t>
            </a:r>
            <a:endParaRPr lang="en-US" altLang="ja-JP" sz="2800" dirty="0" smtClean="0"/>
          </a:p>
          <a:p>
            <a:r>
              <a:rPr lang="ja-JP" altLang="en-US" sz="2800" dirty="0" smtClean="0"/>
              <a:t>高所に移動したり、崖を移動する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・破壊できる木箱、水晶</a:t>
            </a:r>
            <a:endParaRPr lang="en-US" altLang="ja-JP" sz="2800" dirty="0" smtClean="0"/>
          </a:p>
          <a:p>
            <a:r>
              <a:rPr lang="ja-JP" altLang="en-US" sz="2800" dirty="0" smtClean="0"/>
              <a:t>攻撃することで破壊できる</a:t>
            </a:r>
            <a:endParaRPr lang="en-US" altLang="ja-JP" sz="2800" dirty="0" smtClean="0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768" y="577743"/>
            <a:ext cx="1842957" cy="1268421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9420" y="2125468"/>
            <a:ext cx="2008696" cy="1325140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292" y="3716067"/>
            <a:ext cx="1903020" cy="974805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4026" y="4818888"/>
            <a:ext cx="1422148" cy="132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810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90005" y="142504"/>
            <a:ext cx="3863011" cy="76944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4400" dirty="0" smtClean="0"/>
              <a:t>薬草の効能例</a:t>
            </a:r>
            <a:endParaRPr kumimoji="1" lang="ja-JP" altLang="en-US" sz="4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508" y="1000898"/>
            <a:ext cx="677230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 smtClean="0"/>
              <a:t>------- </a:t>
            </a:r>
            <a:r>
              <a:rPr lang="ja-JP" altLang="en-US" sz="2800" dirty="0" smtClean="0"/>
              <a:t> 良い効果例 </a:t>
            </a:r>
            <a:r>
              <a:rPr lang="en-US" altLang="ja-JP" sz="2800" dirty="0" smtClean="0"/>
              <a:t>-------</a:t>
            </a:r>
          </a:p>
          <a:p>
            <a:r>
              <a:rPr lang="ja-JP" altLang="en-US" sz="2800" dirty="0" smtClean="0"/>
              <a:t>・自然治癒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　毎秒２ずつ回復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</a:t>
            </a:r>
            <a:r>
              <a:rPr lang="ja-JP" altLang="en-US" sz="2800" dirty="0" smtClean="0"/>
              <a:t>移動速度上昇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　移動速度が</a:t>
            </a:r>
            <a:r>
              <a:rPr lang="en-US" altLang="ja-JP" sz="2800" dirty="0" smtClean="0"/>
              <a:t>1.2</a:t>
            </a:r>
            <a:r>
              <a:rPr lang="ja-JP" altLang="en-US" sz="2800" dirty="0" smtClean="0"/>
              <a:t>倍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ja-JP" altLang="en-US" sz="2800" dirty="0" smtClean="0"/>
              <a:t>・攻撃力上昇</a:t>
            </a:r>
            <a:r>
              <a:rPr lang="ja-JP" altLang="en-US" sz="2800" dirty="0"/>
              <a:t>　</a:t>
            </a:r>
            <a:r>
              <a:rPr lang="ja-JP" altLang="en-US" sz="2800" dirty="0" smtClean="0"/>
              <a:t>　攻撃力が</a:t>
            </a:r>
            <a:r>
              <a:rPr lang="en-US" altLang="ja-JP" sz="2800" dirty="0"/>
              <a:t>5</a:t>
            </a:r>
            <a:r>
              <a:rPr lang="ja-JP" altLang="en-US" sz="2800" dirty="0" smtClean="0"/>
              <a:t>増加</a:t>
            </a:r>
            <a:endParaRPr lang="en-US" altLang="ja-JP" sz="2800" dirty="0" smtClean="0"/>
          </a:p>
          <a:p>
            <a:endParaRPr lang="en-US" altLang="ja-JP" sz="2800" dirty="0" smtClean="0"/>
          </a:p>
          <a:p>
            <a:r>
              <a:rPr lang="en-US" altLang="ja-JP" sz="2800" dirty="0"/>
              <a:t>------- </a:t>
            </a:r>
            <a:r>
              <a:rPr lang="ja-JP" altLang="en-US" sz="2800" dirty="0"/>
              <a:t> 悪い</a:t>
            </a:r>
            <a:r>
              <a:rPr lang="ja-JP" altLang="en-US" sz="2800" dirty="0" smtClean="0"/>
              <a:t>効果例 </a:t>
            </a:r>
            <a:r>
              <a:rPr lang="en-US" altLang="ja-JP" sz="2800" dirty="0"/>
              <a:t>-------</a:t>
            </a:r>
          </a:p>
          <a:p>
            <a:r>
              <a:rPr lang="ja-JP" altLang="en-US" sz="2800" dirty="0" smtClean="0"/>
              <a:t>・</a:t>
            </a:r>
            <a:r>
              <a:rPr lang="ja-JP" altLang="en-US" sz="2800" dirty="0" smtClean="0"/>
              <a:t>移動速度減少</a:t>
            </a:r>
            <a:r>
              <a:rPr lang="ja-JP" altLang="en-US" sz="2800" dirty="0" smtClean="0"/>
              <a:t>　　移動速度が</a:t>
            </a:r>
            <a:r>
              <a:rPr lang="en-US" altLang="ja-JP" sz="2800" dirty="0" smtClean="0"/>
              <a:t>0.8</a:t>
            </a:r>
            <a:r>
              <a:rPr lang="ja-JP" altLang="en-US" sz="2800" dirty="0" smtClean="0"/>
              <a:t>倍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・攻撃力減少</a:t>
            </a:r>
            <a:r>
              <a:rPr lang="ja-JP" altLang="en-US" sz="2800" dirty="0" smtClean="0"/>
              <a:t>　　攻撃力が</a:t>
            </a:r>
            <a:r>
              <a:rPr lang="en-US" altLang="ja-JP" sz="2800" dirty="0" smtClean="0"/>
              <a:t>3</a:t>
            </a:r>
            <a:r>
              <a:rPr lang="ja-JP" altLang="en-US" sz="2800" dirty="0" smtClean="0"/>
              <a:t>減少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・毒　　　　　</a:t>
            </a:r>
            <a:r>
              <a:rPr lang="ja-JP" altLang="en-US" sz="2800" dirty="0" smtClean="0"/>
              <a:t>　体力</a:t>
            </a:r>
            <a:r>
              <a:rPr lang="ja-JP" altLang="en-US" sz="2800" dirty="0" smtClean="0"/>
              <a:t>の最大値が</a:t>
            </a:r>
            <a:r>
              <a:rPr lang="en-US" altLang="ja-JP" sz="2800" dirty="0" smtClean="0"/>
              <a:t>20</a:t>
            </a:r>
            <a:r>
              <a:rPr lang="ja-JP" altLang="en-US" sz="2800" dirty="0" smtClean="0"/>
              <a:t>減少</a:t>
            </a:r>
            <a:endParaRPr lang="en-US" altLang="ja-JP" sz="2800" dirty="0"/>
          </a:p>
        </p:txBody>
      </p:sp>
      <p:sp>
        <p:nvSpPr>
          <p:cNvPr id="3" name="正方形/長方形 2"/>
          <p:cNvSpPr/>
          <p:nvPr/>
        </p:nvSpPr>
        <p:spPr>
          <a:xfrm>
            <a:off x="8211788" y="193376"/>
            <a:ext cx="3758540" cy="16150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プレイヤー</a:t>
            </a:r>
            <a:r>
              <a:rPr lang="ja-JP" altLang="en-US" dirty="0" smtClean="0"/>
              <a:t>の初期ステータス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>HP</a:t>
            </a:r>
            <a:r>
              <a:rPr lang="ja-JP" altLang="en-US" dirty="0"/>
              <a:t>　　　１００</a:t>
            </a:r>
            <a:endParaRPr lang="en-US" altLang="ja-JP" dirty="0"/>
          </a:p>
          <a:p>
            <a:r>
              <a:rPr lang="ja-JP" altLang="en-US" dirty="0"/>
              <a:t>攻撃力　     　</a:t>
            </a:r>
            <a:r>
              <a:rPr lang="ja-JP" altLang="en-US" dirty="0" smtClean="0"/>
              <a:t>５</a:t>
            </a:r>
            <a:endParaRPr lang="en-US" altLang="ja-JP" dirty="0" smtClean="0"/>
          </a:p>
          <a:p>
            <a:r>
              <a:rPr lang="ja-JP" altLang="en-US" dirty="0" smtClean="0"/>
              <a:t>移動速度　   </a:t>
            </a:r>
            <a:r>
              <a:rPr lang="en-US" altLang="ja-JP" dirty="0" smtClean="0"/>
              <a:t>1.0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85649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331</TotalTime>
  <Words>150</Words>
  <Application>Microsoft Office PowerPoint</Application>
  <PresentationFormat>ワイド画面</PresentationFormat>
  <Paragraphs>59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メイリオ</vt:lpstr>
      <vt:lpstr>Century Gothic</vt:lpstr>
      <vt:lpstr>Wingdings 3</vt:lpstr>
      <vt:lpstr>スライス</vt:lpstr>
      <vt:lpstr>BACK TO HOME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帰宅RPG</dc:title>
  <dc:creator>GA2B</dc:creator>
  <cp:lastModifiedBy>GA2B</cp:lastModifiedBy>
  <cp:revision>48</cp:revision>
  <dcterms:created xsi:type="dcterms:W3CDTF">2025-10-05T23:52:26Z</dcterms:created>
  <dcterms:modified xsi:type="dcterms:W3CDTF">2025-12-11T02:30:20Z</dcterms:modified>
</cp:coreProperties>
</file>