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5E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70" d="100"/>
          <a:sy n="70" d="100"/>
        </p:scale>
        <p:origin x="4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smtClean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750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536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3367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7041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8558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752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0145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877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6212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6101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94600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325999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3742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15117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20505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31865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3063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7F99FBB3-76A5-4B60-BF62-179EE3A79E56}" type="datetimeFigureOut">
              <a:rPr kumimoji="1" lang="ja-JP" altLang="en-US" smtClean="0"/>
              <a:t>2025/12/12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2449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  <p:sldLayoutId id="2147483798" r:id="rId12"/>
    <p:sldLayoutId id="2147483799" r:id="rId13"/>
    <p:sldLayoutId id="2147483800" r:id="rId14"/>
    <p:sldLayoutId id="2147483801" r:id="rId15"/>
    <p:sldLayoutId id="2147483802" r:id="rId16"/>
    <p:sldLayoutId id="2147483803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88585" y="5564822"/>
            <a:ext cx="2594760" cy="441510"/>
          </a:xfrm>
        </p:spPr>
        <p:txBody>
          <a:bodyPr>
            <a:noAutofit/>
          </a:bodyPr>
          <a:lstStyle/>
          <a:p>
            <a:r>
              <a:rPr kumimoji="1" lang="ja-JP" altLang="en-US" sz="3200" dirty="0" smtClean="0">
                <a:solidFill>
                  <a:schemeClr val="tx1">
                    <a:lumMod val="85000"/>
                  </a:schemeClr>
                </a:solidFill>
              </a:rPr>
              <a:t>河野　拓実</a:t>
            </a:r>
            <a:r>
              <a:rPr lang="ja-JP" altLang="en-US" sz="3200" dirty="0">
                <a:solidFill>
                  <a:schemeClr val="tx1">
                    <a:lumMod val="85000"/>
                  </a:schemeClr>
                </a:solidFill>
              </a:rPr>
              <a:t>　</a:t>
            </a:r>
            <a:endParaRPr lang="en-US" altLang="ja-JP" sz="3200" dirty="0" smtClean="0">
              <a:solidFill>
                <a:schemeClr val="tx1">
                  <a:lumMod val="85000"/>
                </a:schemeClr>
              </a:solidFill>
            </a:endParaRPr>
          </a:p>
          <a:p>
            <a:r>
              <a:rPr lang="ja-JP" altLang="en-US" sz="3200" dirty="0" smtClean="0">
                <a:solidFill>
                  <a:schemeClr val="tx1">
                    <a:lumMod val="85000"/>
                  </a:schemeClr>
                </a:solidFill>
              </a:rPr>
              <a:t>江川　彰馬</a:t>
            </a:r>
            <a:endParaRPr kumimoji="1" lang="ja-JP" altLang="en-US" sz="32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3103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218213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4400" dirty="0" smtClean="0"/>
              <a:t>ゲーム概要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90005" y="1062681"/>
            <a:ext cx="113882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ジャンル　：　</a:t>
            </a:r>
            <a:r>
              <a:rPr lang="ja-JP" altLang="en-US" sz="2800" dirty="0" smtClean="0"/>
              <a:t>アクションゲーム</a:t>
            </a:r>
            <a:endParaRPr lang="en-US" altLang="ja-JP" sz="2800" dirty="0" smtClean="0"/>
          </a:p>
          <a:p>
            <a:r>
              <a:rPr kumimoji="1" lang="ja-JP" altLang="en-US" sz="2800" dirty="0" smtClean="0"/>
              <a:t>使用エンジン　 </a:t>
            </a:r>
            <a:r>
              <a:rPr kumimoji="1" lang="en-US" altLang="ja-JP" sz="2800" dirty="0" smtClean="0"/>
              <a:t>:</a:t>
            </a:r>
            <a:r>
              <a:rPr kumimoji="1" lang="ja-JP" altLang="en-US" sz="2800" dirty="0" smtClean="0"/>
              <a:t>　</a:t>
            </a:r>
            <a:r>
              <a:rPr lang="en-US" altLang="ja-JP" sz="2800" dirty="0" err="1" smtClean="0"/>
              <a:t>UnrealEngine</a:t>
            </a:r>
            <a:r>
              <a:rPr lang="ja-JP" altLang="en-US" sz="2800" dirty="0" smtClean="0"/>
              <a:t>５</a:t>
            </a:r>
            <a:endParaRPr kumimoji="1" lang="en-US" altLang="ja-JP" sz="2800" dirty="0" smtClean="0"/>
          </a:p>
          <a:p>
            <a:endParaRPr lang="en-US" altLang="ja-JP" sz="28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90005" y="2280062"/>
            <a:ext cx="2600696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4400" dirty="0" smtClean="0"/>
              <a:t>操作方法</a:t>
            </a:r>
            <a:endParaRPr kumimoji="1" lang="ja-JP" altLang="en-US" sz="4400" dirty="0"/>
          </a:p>
        </p:txBody>
      </p:sp>
      <p:grpSp>
        <p:nvGrpSpPr>
          <p:cNvPr id="7" name="グループ化 6"/>
          <p:cNvGrpSpPr/>
          <p:nvPr/>
        </p:nvGrpSpPr>
        <p:grpSpPr>
          <a:xfrm>
            <a:off x="357249" y="3132409"/>
            <a:ext cx="2266207" cy="1065296"/>
            <a:chOff x="134588" y="1229097"/>
            <a:chExt cx="2266207" cy="1065296"/>
          </a:xfrm>
        </p:grpSpPr>
        <p:sp>
          <p:nvSpPr>
            <p:cNvPr id="8" name="正方形/長方形 7"/>
            <p:cNvSpPr/>
            <p:nvPr/>
          </p:nvSpPr>
          <p:spPr>
            <a:xfrm>
              <a:off x="914401" y="1229097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/>
                <a:t>W</a:t>
              </a:r>
              <a:endParaRPr kumimoji="1" lang="ja-JP" altLang="en-US" dirty="0"/>
            </a:p>
          </p:txBody>
        </p:sp>
        <p:sp>
          <p:nvSpPr>
            <p:cNvPr id="9" name="正方形/長方形 8"/>
            <p:cNvSpPr/>
            <p:nvPr/>
          </p:nvSpPr>
          <p:spPr>
            <a:xfrm>
              <a:off x="914401" y="1795630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S</a:t>
              </a:r>
              <a:endParaRPr kumimoji="1" lang="ja-JP" altLang="en-US" dirty="0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134588" y="1795629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/>
                <a:t>A</a:t>
              </a:r>
              <a:endParaRPr kumimoji="1" lang="ja-JP" altLang="en-US" dirty="0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1694214" y="1795629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D</a:t>
              </a:r>
              <a:endParaRPr kumimoji="1" lang="ja-JP" altLang="en-US" dirty="0"/>
            </a:p>
          </p:txBody>
        </p:sp>
      </p:grpSp>
      <p:sp>
        <p:nvSpPr>
          <p:cNvPr id="12" name="テキスト ボックス 11"/>
          <p:cNvSpPr txBox="1"/>
          <p:nvPr/>
        </p:nvSpPr>
        <p:spPr>
          <a:xfrm>
            <a:off x="2790701" y="3453947"/>
            <a:ext cx="4631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・・・　移動</a:t>
            </a:r>
            <a:endParaRPr kumimoji="1" lang="ja-JP" altLang="en-US" sz="3200" dirty="0"/>
          </a:p>
        </p:txBody>
      </p:sp>
      <p:sp>
        <p:nvSpPr>
          <p:cNvPr id="13" name="正方形/長方形 12"/>
          <p:cNvSpPr/>
          <p:nvPr/>
        </p:nvSpPr>
        <p:spPr>
          <a:xfrm>
            <a:off x="710539" y="4463665"/>
            <a:ext cx="1684315" cy="49876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smtClean="0"/>
              <a:t>SPACE</a:t>
            </a:r>
            <a:endParaRPr kumimoji="1" lang="ja-JP" altLang="en-US" dirty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2790700" y="4506734"/>
            <a:ext cx="4631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・・・　ジャンプ</a:t>
            </a:r>
            <a:endParaRPr kumimoji="1" lang="ja-JP" altLang="en-US" sz="3200" dirty="0"/>
          </a:p>
        </p:txBody>
      </p:sp>
      <p:pic>
        <p:nvPicPr>
          <p:cNvPr id="15" name="Picture 2" descr="https://www.bing.com/th/id/OIP.CesL4vwWjegbtFgb74ZG0QHaHa?w=195&amp;h=211&amp;c=8&amp;rs=1&amp;qlt=90&amp;o=6&amp;cb=12&amp;dpr=1.5&amp;pid=3.1&amp;rm=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535" y="5172844"/>
            <a:ext cx="1112322" cy="1203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/>
          <p:cNvSpPr txBox="1"/>
          <p:nvPr/>
        </p:nvSpPr>
        <p:spPr>
          <a:xfrm>
            <a:off x="2790699" y="5559521"/>
            <a:ext cx="4631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・・・　攻撃</a:t>
            </a:r>
            <a:endParaRPr kumimoji="1"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528597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863011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4400" dirty="0" smtClean="0"/>
              <a:t>ゲームの流れ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03508" y="1000898"/>
            <a:ext cx="1138827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・プレイヤーは危険な敵やギミックを攻略しながら自分の家を目指す。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ja-JP" altLang="en-US" sz="2800" dirty="0"/>
              <a:t>・敵を倒すと薬草に経験値が入り</a:t>
            </a:r>
            <a:r>
              <a:rPr lang="ja-JP" altLang="en-US" sz="2800" dirty="0" smtClean="0"/>
              <a:t>、レベルアップで攻撃力、</a:t>
            </a:r>
            <a:endParaRPr lang="en-US" altLang="ja-JP" sz="2800" dirty="0" smtClean="0"/>
          </a:p>
          <a:p>
            <a:r>
              <a:rPr lang="ja-JP" altLang="en-US" sz="2800" dirty="0" smtClean="0"/>
              <a:t>自然回復力、移動速度のどれか一つを強化できる。</a:t>
            </a:r>
            <a:endParaRPr lang="en-US" altLang="ja-JP" sz="2800" dirty="0"/>
          </a:p>
          <a:p>
            <a:r>
              <a:rPr lang="ja-JP" altLang="en-US" sz="2800" dirty="0"/>
              <a:t>　同じ効果を選ぶ</a:t>
            </a:r>
            <a:r>
              <a:rPr lang="ja-JP" altLang="en-US" sz="2800" dirty="0" smtClean="0"/>
              <a:t>と効果が強くなっていく。</a:t>
            </a:r>
            <a:endParaRPr lang="en-US" altLang="ja-JP" sz="2800" dirty="0"/>
          </a:p>
          <a:p>
            <a:endParaRPr lang="en-US" altLang="ja-JP" sz="2800" dirty="0"/>
          </a:p>
          <a:p>
            <a:r>
              <a:rPr lang="ja-JP" altLang="en-US" sz="2800" dirty="0" smtClean="0"/>
              <a:t>・ステータスによってはボスを一撃で倒すこと</a:t>
            </a:r>
            <a:r>
              <a:rPr lang="ja-JP" altLang="en-US" sz="2800" dirty="0" smtClean="0"/>
              <a:t>もできる！！</a:t>
            </a:r>
            <a:endParaRPr lang="en-US" altLang="ja-JP" sz="2800" dirty="0"/>
          </a:p>
        </p:txBody>
      </p:sp>
      <p:sp>
        <p:nvSpPr>
          <p:cNvPr id="3" name="右矢印 2"/>
          <p:cNvSpPr/>
          <p:nvPr/>
        </p:nvSpPr>
        <p:spPr>
          <a:xfrm>
            <a:off x="3147109" y="5536832"/>
            <a:ext cx="617516" cy="2731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右矢印 14"/>
          <p:cNvSpPr/>
          <p:nvPr/>
        </p:nvSpPr>
        <p:spPr>
          <a:xfrm>
            <a:off x="6548073" y="5536832"/>
            <a:ext cx="617516" cy="2731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右矢印 16"/>
          <p:cNvSpPr/>
          <p:nvPr/>
        </p:nvSpPr>
        <p:spPr>
          <a:xfrm>
            <a:off x="10069907" y="5523275"/>
            <a:ext cx="617516" cy="2731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/>
          <p:cNvSpPr/>
          <p:nvPr/>
        </p:nvSpPr>
        <p:spPr>
          <a:xfrm>
            <a:off x="10702342" y="4649082"/>
            <a:ext cx="1225137" cy="202151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家</a:t>
            </a:r>
            <a:endParaRPr kumimoji="1" lang="en-US" altLang="ja-JP" dirty="0" smtClean="0"/>
          </a:p>
          <a:p>
            <a:pPr algn="ctr"/>
            <a:r>
              <a:rPr lang="ja-JP" altLang="en-US" dirty="0"/>
              <a:t>ゴール</a:t>
            </a:r>
            <a:endParaRPr kumimoji="1" lang="ja-JP" altLang="en-US" dirty="0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19" y="4656283"/>
            <a:ext cx="2821190" cy="2034230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1038585" y="4335890"/>
            <a:ext cx="156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/>
              <a:t>森ステージ</a:t>
            </a:r>
            <a:endParaRPr kumimoji="1" lang="ja-JP" altLang="en-US" dirty="0"/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728" y="4651870"/>
            <a:ext cx="2799293" cy="2020381"/>
          </a:xfrm>
          <a:prstGeom prst="rect">
            <a:avLst/>
          </a:prstGeom>
        </p:spPr>
      </p:pic>
      <p:sp>
        <p:nvSpPr>
          <p:cNvPr id="18" name="テキスト ボックス 17"/>
          <p:cNvSpPr txBox="1"/>
          <p:nvPr/>
        </p:nvSpPr>
        <p:spPr>
          <a:xfrm>
            <a:off x="4620919" y="4335890"/>
            <a:ext cx="156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洞窟</a:t>
            </a:r>
            <a:r>
              <a:rPr kumimoji="1" lang="ja-JP" altLang="en-US" dirty="0" smtClean="0"/>
              <a:t>ステージ</a:t>
            </a:r>
            <a:endParaRPr kumimoji="1" lang="ja-JP" altLang="en-US" dirty="0"/>
          </a:p>
        </p:txBody>
      </p:sp>
      <p:pic>
        <p:nvPicPr>
          <p:cNvPr id="9" name="図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044" y="4650733"/>
            <a:ext cx="2868356" cy="2021518"/>
          </a:xfrm>
          <a:prstGeom prst="rect">
            <a:avLst/>
          </a:prstGeom>
        </p:spPr>
      </p:pic>
      <p:sp>
        <p:nvSpPr>
          <p:cNvPr id="20" name="テキスト ボックス 19"/>
          <p:cNvSpPr txBox="1"/>
          <p:nvPr/>
        </p:nvSpPr>
        <p:spPr>
          <a:xfrm>
            <a:off x="7987199" y="4335890"/>
            <a:ext cx="156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山</a:t>
            </a:r>
            <a:r>
              <a:rPr kumimoji="1" lang="ja-JP" altLang="en-US" dirty="0" smtClean="0"/>
              <a:t>ステージ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60810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6091923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4400" dirty="0"/>
              <a:t>出現する</a:t>
            </a:r>
            <a:r>
              <a:rPr lang="ja-JP" altLang="en-US" sz="4400" dirty="0" smtClean="0"/>
              <a:t>一部の敵</a:t>
            </a:r>
            <a:endParaRPr kumimoji="1" lang="ja-JP" altLang="en-US" sz="44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90005" y="1062681"/>
            <a:ext cx="50037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スライム</a:t>
            </a:r>
            <a:r>
              <a:rPr lang="ja-JP" altLang="en-US" sz="2800" dirty="0"/>
              <a:t>　</a:t>
            </a:r>
            <a:r>
              <a:rPr lang="ja-JP" altLang="en-US" sz="2800" dirty="0" smtClean="0"/>
              <a:t>：　一番弱い敵</a:t>
            </a:r>
            <a:endParaRPr lang="en-US" altLang="ja-JP" sz="2800" dirty="0" smtClean="0"/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72" y="1585901"/>
            <a:ext cx="1530160" cy="1036045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190005" y="2623747"/>
            <a:ext cx="8825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/>
              <a:t>コウモリ　</a:t>
            </a:r>
            <a:r>
              <a:rPr lang="ja-JP" altLang="en-US" sz="2800" dirty="0" smtClean="0"/>
              <a:t>：　プレイヤーの方向に</a:t>
            </a:r>
            <a:r>
              <a:rPr lang="ja-JP" altLang="en-US" sz="2800" dirty="0"/>
              <a:t>ジャンプ</a:t>
            </a:r>
            <a:r>
              <a:rPr lang="ja-JP" altLang="en-US" sz="2800" dirty="0" smtClean="0"/>
              <a:t>してくる</a:t>
            </a:r>
            <a:endParaRPr lang="en-US" altLang="ja-JP" sz="2800" dirty="0" smtClean="0"/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072" y="3153361"/>
            <a:ext cx="1599137" cy="1186781"/>
          </a:xfrm>
          <a:prstGeom prst="rect">
            <a:avLst/>
          </a:prstGeom>
        </p:spPr>
      </p:pic>
      <p:sp>
        <p:nvSpPr>
          <p:cNvPr id="9" name="テキスト ボックス 8"/>
          <p:cNvSpPr txBox="1"/>
          <p:nvPr/>
        </p:nvSpPr>
        <p:spPr>
          <a:xfrm>
            <a:off x="326072" y="4387449"/>
            <a:ext cx="88259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/>
              <a:t>オオカミ　</a:t>
            </a:r>
            <a:r>
              <a:rPr lang="ja-JP" altLang="en-US" sz="2800" dirty="0" smtClean="0"/>
              <a:t>：　突進してくる。体力が多い。</a:t>
            </a:r>
            <a:endParaRPr lang="en-US" altLang="ja-JP" sz="2800" dirty="0" smtClean="0"/>
          </a:p>
        </p:txBody>
      </p:sp>
      <p:pic>
        <p:nvPicPr>
          <p:cNvPr id="10" name="図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072" y="4910669"/>
            <a:ext cx="1786192" cy="1702136"/>
          </a:xfrm>
          <a:prstGeom prst="rect">
            <a:avLst/>
          </a:prstGeom>
        </p:spPr>
      </p:pic>
      <p:sp>
        <p:nvSpPr>
          <p:cNvPr id="11" name="テキスト ボックス 10"/>
          <p:cNvSpPr txBox="1"/>
          <p:nvPr/>
        </p:nvSpPr>
        <p:spPr>
          <a:xfrm>
            <a:off x="2691899" y="1585901"/>
            <a:ext cx="2867654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攻撃力</a:t>
            </a:r>
            <a:r>
              <a:rPr lang="en-US" altLang="ja-JP" sz="2800" dirty="0" smtClean="0"/>
              <a:t>:2</a:t>
            </a:r>
          </a:p>
          <a:p>
            <a:r>
              <a:rPr lang="ja-JP" altLang="en-US" sz="2800" dirty="0" smtClean="0"/>
              <a:t>体力   </a:t>
            </a:r>
            <a:r>
              <a:rPr lang="en-US" altLang="ja-JP" sz="2800" dirty="0"/>
              <a:t> </a:t>
            </a:r>
            <a:r>
              <a:rPr lang="en-US" altLang="ja-JP" sz="2800" dirty="0" smtClean="0"/>
              <a:t>: 10</a:t>
            </a:r>
            <a:endParaRPr lang="en-US" altLang="ja-JP" sz="2800" dirty="0" smtClean="0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2691899" y="3194274"/>
            <a:ext cx="2867654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攻撃力</a:t>
            </a:r>
            <a:r>
              <a:rPr lang="en-US" altLang="ja-JP" sz="2800" dirty="0" smtClean="0"/>
              <a:t>:5</a:t>
            </a:r>
          </a:p>
          <a:p>
            <a:r>
              <a:rPr lang="ja-JP" altLang="en-US" sz="2800" dirty="0" smtClean="0"/>
              <a:t>体力   </a:t>
            </a:r>
            <a:r>
              <a:rPr lang="en-US" altLang="ja-JP" sz="2800" dirty="0"/>
              <a:t> </a:t>
            </a:r>
            <a:r>
              <a:rPr lang="en-US" altLang="ja-JP" sz="2800" smtClean="0"/>
              <a:t>: 15</a:t>
            </a:r>
            <a:endParaRPr lang="en-US" altLang="ja-JP" sz="2800" dirty="0" smtClean="0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2691898" y="4911809"/>
            <a:ext cx="2867654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攻撃力</a:t>
            </a:r>
            <a:r>
              <a:rPr lang="en-US" altLang="ja-JP" sz="2800" dirty="0" smtClean="0"/>
              <a:t>:7</a:t>
            </a:r>
          </a:p>
          <a:p>
            <a:r>
              <a:rPr lang="ja-JP" altLang="en-US" sz="2800" dirty="0" smtClean="0"/>
              <a:t>体力   </a:t>
            </a:r>
            <a:r>
              <a:rPr lang="en-US" altLang="ja-JP" sz="2800" dirty="0"/>
              <a:t> </a:t>
            </a:r>
            <a:r>
              <a:rPr lang="en-US" altLang="ja-JP" sz="2800" dirty="0" smtClean="0"/>
              <a:t>: 35</a:t>
            </a:r>
            <a:endParaRPr lang="en-US" altLang="ja-JP" sz="2800" dirty="0" smtClean="0"/>
          </a:p>
        </p:txBody>
      </p:sp>
    </p:spTree>
    <p:extLst>
      <p:ext uri="{BB962C8B-B14F-4D97-AF65-F5344CB8AC3E}">
        <p14:creationId xmlns:p14="http://schemas.microsoft.com/office/powerpoint/2010/main" val="3585649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863011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4400" dirty="0" smtClean="0"/>
              <a:t>ギミック例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03508" y="1000898"/>
            <a:ext cx="1138827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・蔓に覆われた壁</a:t>
            </a:r>
            <a:endParaRPr lang="en-US" altLang="ja-JP" sz="2800" dirty="0" smtClean="0"/>
          </a:p>
          <a:p>
            <a:r>
              <a:rPr lang="ja-JP" altLang="en-US" sz="2800" dirty="0" smtClean="0"/>
              <a:t>マップ内に落ちている松明を使用して通れるようにする。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ja-JP" altLang="en-US" sz="2800" dirty="0" smtClean="0"/>
              <a:t>・湖、溶岩</a:t>
            </a:r>
            <a:endParaRPr lang="en-US" altLang="ja-JP" sz="2800" dirty="0" smtClean="0"/>
          </a:p>
          <a:p>
            <a:r>
              <a:rPr lang="ja-JP" altLang="en-US" sz="2800" dirty="0" smtClean="0"/>
              <a:t>落ちてしまうと</a:t>
            </a:r>
            <a:r>
              <a:rPr lang="ja-JP" altLang="en-US" sz="2800" dirty="0"/>
              <a:t>セーブポイント</a:t>
            </a:r>
            <a:r>
              <a:rPr lang="ja-JP" altLang="en-US" sz="2800" dirty="0" smtClean="0"/>
              <a:t>に戻される。</a:t>
            </a:r>
            <a:endParaRPr lang="en-US" altLang="ja-JP" sz="2800" dirty="0" smtClean="0"/>
          </a:p>
          <a:p>
            <a:endParaRPr lang="en-US" altLang="ja-JP" sz="2800" dirty="0"/>
          </a:p>
          <a:p>
            <a:r>
              <a:rPr lang="ja-JP" altLang="en-US" sz="2800" dirty="0" smtClean="0"/>
              <a:t>・移動する床</a:t>
            </a:r>
            <a:endParaRPr lang="en-US" altLang="ja-JP" sz="2800" dirty="0" smtClean="0"/>
          </a:p>
          <a:p>
            <a:r>
              <a:rPr lang="ja-JP" altLang="en-US" sz="2800" dirty="0" smtClean="0"/>
              <a:t>高所に移動したり、崖を移動する</a:t>
            </a:r>
            <a:endParaRPr lang="en-US" altLang="ja-JP" sz="2800" dirty="0" smtClean="0"/>
          </a:p>
          <a:p>
            <a:endParaRPr lang="en-US" altLang="ja-JP" sz="2800" dirty="0"/>
          </a:p>
          <a:p>
            <a:r>
              <a:rPr lang="ja-JP" altLang="en-US" sz="2800" dirty="0" smtClean="0"/>
              <a:t>・破壊できる木箱、水晶</a:t>
            </a:r>
            <a:endParaRPr lang="en-US" altLang="ja-JP" sz="2800" dirty="0" smtClean="0"/>
          </a:p>
          <a:p>
            <a:r>
              <a:rPr lang="ja-JP" altLang="en-US" sz="2800" dirty="0" smtClean="0"/>
              <a:t>攻撃することで破壊できる</a:t>
            </a:r>
            <a:endParaRPr lang="en-US" altLang="ja-JP" sz="2800" dirty="0" smtClean="0"/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3768" y="577743"/>
            <a:ext cx="1842957" cy="1268421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4708" y="2262911"/>
            <a:ext cx="2008696" cy="1325140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6570" y="3693882"/>
            <a:ext cx="1903020" cy="974805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3714" y="4927859"/>
            <a:ext cx="1422148" cy="132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810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スライス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355</TotalTime>
  <Words>157</Words>
  <Application>Microsoft Office PowerPoint</Application>
  <PresentationFormat>ワイド画面</PresentationFormat>
  <Paragraphs>49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メイリオ</vt:lpstr>
      <vt:lpstr>Century Gothic</vt:lpstr>
      <vt:lpstr>Wingdings 3</vt:lpstr>
      <vt:lpstr>スライス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帰宅RPG</dc:title>
  <dc:creator>GA2B</dc:creator>
  <cp:lastModifiedBy>GA2B</cp:lastModifiedBy>
  <cp:revision>53</cp:revision>
  <dcterms:created xsi:type="dcterms:W3CDTF">2025-10-05T23:52:26Z</dcterms:created>
  <dcterms:modified xsi:type="dcterms:W3CDTF">2025-12-12T03:31:31Z</dcterms:modified>
</cp:coreProperties>
</file>