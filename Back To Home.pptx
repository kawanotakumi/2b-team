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804" r:id="rId1"/>
  </p:sldMasterIdLst>
  <p:sldIdLst>
    <p:sldId id="256" r:id="rId2"/>
    <p:sldId id="257" r:id="rId3"/>
    <p:sldId id="258" r:id="rId4"/>
    <p:sldId id="262" r:id="rId5"/>
    <p:sldId id="261" r:id="rId6"/>
    <p:sldId id="260" r:id="rId7"/>
    <p:sldId id="259" r:id="rId8"/>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925E2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6993" autoAdjust="0"/>
    <p:restoredTop sz="94660"/>
  </p:normalViewPr>
  <p:slideViewPr>
    <p:cSldViewPr snapToGrid="0">
      <p:cViewPr varScale="1">
        <p:scale>
          <a:sx n="106" d="100"/>
          <a:sy n="106" d="100"/>
        </p:scale>
        <p:origin x="678" y="11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ableStyles" Target="tableStyle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theme" Target="theme/theme1.xml"/><Relationship Id="rId5" Type="http://schemas.openxmlformats.org/officeDocument/2006/relationships/slide" Target="slides/slide4.xml"/><Relationship Id="rId10"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presProps" Target="pres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E68D188A-9D62-CD3F-0F18-E42D6C2ACEF2}"/>
              </a:ext>
            </a:extLst>
          </p:cNvPr>
          <p:cNvSpPr>
            <a:spLocks noGrp="1"/>
          </p:cNvSpPr>
          <p:nvPr>
            <p:ph type="ctrTitle"/>
          </p:nvPr>
        </p:nvSpPr>
        <p:spPr>
          <a:xfrm>
            <a:off x="1524000" y="1122363"/>
            <a:ext cx="9144000" cy="2387600"/>
          </a:xfrm>
        </p:spPr>
        <p:txBody>
          <a:bodyPr anchor="b"/>
          <a:lstStyle>
            <a:lvl1pPr algn="ctr">
              <a:defRPr sz="6000"/>
            </a:lvl1pPr>
          </a:lstStyle>
          <a:p>
            <a:r>
              <a:rPr kumimoji="1" lang="ja-JP" altLang="en-US"/>
              <a:t>マスター タイトルの書式設定</a:t>
            </a:r>
          </a:p>
        </p:txBody>
      </p:sp>
      <p:sp>
        <p:nvSpPr>
          <p:cNvPr id="3" name="字幕 2">
            <a:extLst>
              <a:ext uri="{FF2B5EF4-FFF2-40B4-BE49-F238E27FC236}">
                <a16:creationId xmlns:a16="http://schemas.microsoft.com/office/drawing/2014/main" id="{EDB412B2-2979-B3DB-790F-10A57E12D45E}"/>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ja-JP" altLang="en-US"/>
              <a:t>マスター サブタイトルの書式設定</a:t>
            </a:r>
          </a:p>
        </p:txBody>
      </p:sp>
      <p:sp>
        <p:nvSpPr>
          <p:cNvPr id="4" name="日付プレースホルダー 3">
            <a:extLst>
              <a:ext uri="{FF2B5EF4-FFF2-40B4-BE49-F238E27FC236}">
                <a16:creationId xmlns:a16="http://schemas.microsoft.com/office/drawing/2014/main" id="{211F76EA-4AEB-9D42-3980-B7556F041680}"/>
              </a:ext>
            </a:extLst>
          </p:cNvPr>
          <p:cNvSpPr>
            <a:spLocks noGrp="1"/>
          </p:cNvSpPr>
          <p:nvPr>
            <p:ph type="dt" sz="half" idx="10"/>
          </p:nvPr>
        </p:nvSpPr>
        <p:spPr/>
        <p:txBody>
          <a:bodyPr/>
          <a:lstStyle/>
          <a:p>
            <a:fld id="{7F99FBB3-76A5-4B60-BF62-179EE3A79E56}" type="datetimeFigureOut">
              <a:rPr kumimoji="1" lang="ja-JP" altLang="en-US" smtClean="0"/>
              <a:t>2025/12/13</a:t>
            </a:fld>
            <a:endParaRPr kumimoji="1" lang="ja-JP" altLang="en-US"/>
          </a:p>
        </p:txBody>
      </p:sp>
      <p:sp>
        <p:nvSpPr>
          <p:cNvPr id="5" name="フッター プレースホルダー 4">
            <a:extLst>
              <a:ext uri="{FF2B5EF4-FFF2-40B4-BE49-F238E27FC236}">
                <a16:creationId xmlns:a16="http://schemas.microsoft.com/office/drawing/2014/main" id="{2B45A238-0651-6AD4-6C49-9BF146CCC650}"/>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DEE2AE50-2DD2-051B-B810-1D066676B348}"/>
              </a:ext>
            </a:extLst>
          </p:cNvPr>
          <p:cNvSpPr>
            <a:spLocks noGrp="1"/>
          </p:cNvSpPr>
          <p:nvPr>
            <p:ph type="sldNum" sz="quarter" idx="12"/>
          </p:nvPr>
        </p:nvSpPr>
        <p:spPr/>
        <p:txBody>
          <a:bodyPr/>
          <a:lstStyle/>
          <a:p>
            <a:fld id="{DA93043B-4410-4280-830F-097E9ABA65BD}" type="slidenum">
              <a:rPr kumimoji="1" lang="ja-JP" altLang="en-US" smtClean="0"/>
              <a:t>‹#›</a:t>
            </a:fld>
            <a:endParaRPr kumimoji="1" lang="ja-JP" altLang="en-US"/>
          </a:p>
        </p:txBody>
      </p:sp>
    </p:spTree>
    <p:extLst>
      <p:ext uri="{BB962C8B-B14F-4D97-AF65-F5344CB8AC3E}">
        <p14:creationId xmlns:p14="http://schemas.microsoft.com/office/powerpoint/2010/main" val="359165116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CE136110-2326-2926-455F-7D6B634C7F17}"/>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2EAF32ED-2F91-DC94-8447-4AA40C842CB4}"/>
              </a:ext>
            </a:extLst>
          </p:cNvPr>
          <p:cNvSpPr>
            <a:spLocks noGrp="1"/>
          </p:cNvSpPr>
          <p:nvPr>
            <p:ph idx="1"/>
          </p:nvPr>
        </p:nvSpPr>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1CB55EB3-0D97-E5DE-3B60-08414D26B9AA}"/>
              </a:ext>
            </a:extLst>
          </p:cNvPr>
          <p:cNvSpPr>
            <a:spLocks noGrp="1"/>
          </p:cNvSpPr>
          <p:nvPr>
            <p:ph type="dt" sz="half" idx="10"/>
          </p:nvPr>
        </p:nvSpPr>
        <p:spPr/>
        <p:txBody>
          <a:bodyPr/>
          <a:lstStyle/>
          <a:p>
            <a:fld id="{7F99FBB3-76A5-4B60-BF62-179EE3A79E56}" type="datetimeFigureOut">
              <a:rPr kumimoji="1" lang="ja-JP" altLang="en-US" smtClean="0"/>
              <a:t>2025/12/13</a:t>
            </a:fld>
            <a:endParaRPr kumimoji="1" lang="ja-JP" altLang="en-US"/>
          </a:p>
        </p:txBody>
      </p:sp>
      <p:sp>
        <p:nvSpPr>
          <p:cNvPr id="5" name="フッター プレースホルダー 4">
            <a:extLst>
              <a:ext uri="{FF2B5EF4-FFF2-40B4-BE49-F238E27FC236}">
                <a16:creationId xmlns:a16="http://schemas.microsoft.com/office/drawing/2014/main" id="{FFD17B31-3292-8698-36DD-58187FCD3968}"/>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5E3637DD-7543-4E11-3BF9-B6E70DB91306}"/>
              </a:ext>
            </a:extLst>
          </p:cNvPr>
          <p:cNvSpPr>
            <a:spLocks noGrp="1"/>
          </p:cNvSpPr>
          <p:nvPr>
            <p:ph type="sldNum" sz="quarter" idx="12"/>
          </p:nvPr>
        </p:nvSpPr>
        <p:spPr/>
        <p:txBody>
          <a:bodyPr/>
          <a:lstStyle/>
          <a:p>
            <a:fld id="{DA93043B-4410-4280-830F-097E9ABA65BD}" type="slidenum">
              <a:rPr kumimoji="1" lang="ja-JP" altLang="en-US" smtClean="0"/>
              <a:t>‹#›</a:t>
            </a:fld>
            <a:endParaRPr kumimoji="1" lang="ja-JP" altLang="en-US"/>
          </a:p>
        </p:txBody>
      </p:sp>
    </p:spTree>
    <p:extLst>
      <p:ext uri="{BB962C8B-B14F-4D97-AF65-F5344CB8AC3E}">
        <p14:creationId xmlns:p14="http://schemas.microsoft.com/office/powerpoint/2010/main" val="368942890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967DEF2-D66C-C450-6CBB-7849056C7A8E}"/>
              </a:ext>
            </a:extLst>
          </p:cNvPr>
          <p:cNvSpPr>
            <a:spLocks noGrp="1"/>
          </p:cNvSpPr>
          <p:nvPr>
            <p:ph type="title"/>
          </p:nvPr>
        </p:nvSpPr>
        <p:spPr>
          <a:xfrm>
            <a:off x="831850" y="1709738"/>
            <a:ext cx="10515600" cy="2852737"/>
          </a:xfrm>
        </p:spPr>
        <p:txBody>
          <a:bodyPr anchor="b"/>
          <a:lstStyle>
            <a:lvl1pPr>
              <a:defRPr sz="6000"/>
            </a:lvl1p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2D74692C-06CA-8FB7-232A-F552AC62E650}"/>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kumimoji="1" lang="ja-JP" altLang="en-US"/>
              <a:t>マスター テキストの書式設定</a:t>
            </a:r>
          </a:p>
        </p:txBody>
      </p:sp>
      <p:sp>
        <p:nvSpPr>
          <p:cNvPr id="4" name="日付プレースホルダー 3">
            <a:extLst>
              <a:ext uri="{FF2B5EF4-FFF2-40B4-BE49-F238E27FC236}">
                <a16:creationId xmlns:a16="http://schemas.microsoft.com/office/drawing/2014/main" id="{87C1AA88-6391-45D4-1CAE-4AEB8E8D8280}"/>
              </a:ext>
            </a:extLst>
          </p:cNvPr>
          <p:cNvSpPr>
            <a:spLocks noGrp="1"/>
          </p:cNvSpPr>
          <p:nvPr>
            <p:ph type="dt" sz="half" idx="10"/>
          </p:nvPr>
        </p:nvSpPr>
        <p:spPr/>
        <p:txBody>
          <a:bodyPr/>
          <a:lstStyle/>
          <a:p>
            <a:fld id="{7F99FBB3-76A5-4B60-BF62-179EE3A79E56}" type="datetimeFigureOut">
              <a:rPr kumimoji="1" lang="ja-JP" altLang="en-US" smtClean="0"/>
              <a:t>2025/12/13</a:t>
            </a:fld>
            <a:endParaRPr kumimoji="1" lang="ja-JP" altLang="en-US"/>
          </a:p>
        </p:txBody>
      </p:sp>
      <p:sp>
        <p:nvSpPr>
          <p:cNvPr id="5" name="フッター プレースホルダー 4">
            <a:extLst>
              <a:ext uri="{FF2B5EF4-FFF2-40B4-BE49-F238E27FC236}">
                <a16:creationId xmlns:a16="http://schemas.microsoft.com/office/drawing/2014/main" id="{28BDE9A2-453C-A5FC-7438-43D03E9E3586}"/>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2DA1DC71-F8D6-8B2D-8E15-381EFE93F741}"/>
              </a:ext>
            </a:extLst>
          </p:cNvPr>
          <p:cNvSpPr>
            <a:spLocks noGrp="1"/>
          </p:cNvSpPr>
          <p:nvPr>
            <p:ph type="sldNum" sz="quarter" idx="12"/>
          </p:nvPr>
        </p:nvSpPr>
        <p:spPr/>
        <p:txBody>
          <a:bodyPr/>
          <a:lstStyle/>
          <a:p>
            <a:fld id="{DA93043B-4410-4280-830F-097E9ABA65BD}" type="slidenum">
              <a:rPr kumimoji="1" lang="ja-JP" altLang="en-US" smtClean="0"/>
              <a:t>‹#›</a:t>
            </a:fld>
            <a:endParaRPr kumimoji="1" lang="ja-JP" altLang="en-US"/>
          </a:p>
        </p:txBody>
      </p:sp>
    </p:spTree>
    <p:extLst>
      <p:ext uri="{BB962C8B-B14F-4D97-AF65-F5344CB8AC3E}">
        <p14:creationId xmlns:p14="http://schemas.microsoft.com/office/powerpoint/2010/main" val="126459193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C87EB0B4-90AD-9003-CAEE-52833E435383}"/>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436748DE-565B-7B20-1DFA-B26B487CB02D}"/>
              </a:ext>
            </a:extLst>
          </p:cNvPr>
          <p:cNvSpPr>
            <a:spLocks noGrp="1"/>
          </p:cNvSpPr>
          <p:nvPr>
            <p:ph sz="half" idx="1"/>
          </p:nvPr>
        </p:nvSpPr>
        <p:spPr>
          <a:xfrm>
            <a:off x="838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コンテンツ プレースホルダー 3">
            <a:extLst>
              <a:ext uri="{FF2B5EF4-FFF2-40B4-BE49-F238E27FC236}">
                <a16:creationId xmlns:a16="http://schemas.microsoft.com/office/drawing/2014/main" id="{B68AF0E1-D13E-569C-96C8-F7F3CA26A34A}"/>
              </a:ext>
            </a:extLst>
          </p:cNvPr>
          <p:cNvSpPr>
            <a:spLocks noGrp="1"/>
          </p:cNvSpPr>
          <p:nvPr>
            <p:ph sz="half" idx="2"/>
          </p:nvPr>
        </p:nvSpPr>
        <p:spPr>
          <a:xfrm>
            <a:off x="6172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日付プレースホルダー 4">
            <a:extLst>
              <a:ext uri="{FF2B5EF4-FFF2-40B4-BE49-F238E27FC236}">
                <a16:creationId xmlns:a16="http://schemas.microsoft.com/office/drawing/2014/main" id="{402BB7FD-2F1C-0793-DE09-3F327F1170E2}"/>
              </a:ext>
            </a:extLst>
          </p:cNvPr>
          <p:cNvSpPr>
            <a:spLocks noGrp="1"/>
          </p:cNvSpPr>
          <p:nvPr>
            <p:ph type="dt" sz="half" idx="10"/>
          </p:nvPr>
        </p:nvSpPr>
        <p:spPr/>
        <p:txBody>
          <a:bodyPr/>
          <a:lstStyle/>
          <a:p>
            <a:fld id="{7F99FBB3-76A5-4B60-BF62-179EE3A79E56}" type="datetimeFigureOut">
              <a:rPr kumimoji="1" lang="ja-JP" altLang="en-US" smtClean="0"/>
              <a:t>2025/12/13</a:t>
            </a:fld>
            <a:endParaRPr kumimoji="1" lang="ja-JP" altLang="en-US"/>
          </a:p>
        </p:txBody>
      </p:sp>
      <p:sp>
        <p:nvSpPr>
          <p:cNvPr id="6" name="フッター プレースホルダー 5">
            <a:extLst>
              <a:ext uri="{FF2B5EF4-FFF2-40B4-BE49-F238E27FC236}">
                <a16:creationId xmlns:a16="http://schemas.microsoft.com/office/drawing/2014/main" id="{01DB9930-7024-A017-E699-3546426F4BD9}"/>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CF7E48E8-8128-0476-8CF7-4F30A521E907}"/>
              </a:ext>
            </a:extLst>
          </p:cNvPr>
          <p:cNvSpPr>
            <a:spLocks noGrp="1"/>
          </p:cNvSpPr>
          <p:nvPr>
            <p:ph type="sldNum" sz="quarter" idx="12"/>
          </p:nvPr>
        </p:nvSpPr>
        <p:spPr/>
        <p:txBody>
          <a:bodyPr/>
          <a:lstStyle/>
          <a:p>
            <a:fld id="{DA93043B-4410-4280-830F-097E9ABA65BD}" type="slidenum">
              <a:rPr kumimoji="1" lang="ja-JP" altLang="en-US" smtClean="0"/>
              <a:t>‹#›</a:t>
            </a:fld>
            <a:endParaRPr kumimoji="1" lang="ja-JP" altLang="en-US"/>
          </a:p>
        </p:txBody>
      </p:sp>
    </p:spTree>
    <p:extLst>
      <p:ext uri="{BB962C8B-B14F-4D97-AF65-F5344CB8AC3E}">
        <p14:creationId xmlns:p14="http://schemas.microsoft.com/office/powerpoint/2010/main" val="90431814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5E38C4A-E0E9-C9C3-0E23-F1A5223C7AC6}"/>
              </a:ext>
            </a:extLst>
          </p:cNvPr>
          <p:cNvSpPr>
            <a:spLocks noGrp="1"/>
          </p:cNvSpPr>
          <p:nvPr>
            <p:ph type="title"/>
          </p:nvPr>
        </p:nvSpPr>
        <p:spPr>
          <a:xfrm>
            <a:off x="839788" y="365125"/>
            <a:ext cx="10515600" cy="1325563"/>
          </a:xfrm>
        </p:spPr>
        <p:txBody>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450F4FC0-64E1-ABA9-3ECA-DFC92BF7AB3E}"/>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4" name="コンテンツ プレースホルダー 3">
            <a:extLst>
              <a:ext uri="{FF2B5EF4-FFF2-40B4-BE49-F238E27FC236}">
                <a16:creationId xmlns:a16="http://schemas.microsoft.com/office/drawing/2014/main" id="{C0B9F09A-0487-AB1E-BC77-D9DA66E6B5B5}"/>
              </a:ext>
            </a:extLst>
          </p:cNvPr>
          <p:cNvSpPr>
            <a:spLocks noGrp="1"/>
          </p:cNvSpPr>
          <p:nvPr>
            <p:ph sz="half" idx="2"/>
          </p:nvPr>
        </p:nvSpPr>
        <p:spPr>
          <a:xfrm>
            <a:off x="839788" y="2505075"/>
            <a:ext cx="5157787"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テキスト プレースホルダー 4">
            <a:extLst>
              <a:ext uri="{FF2B5EF4-FFF2-40B4-BE49-F238E27FC236}">
                <a16:creationId xmlns:a16="http://schemas.microsoft.com/office/drawing/2014/main" id="{2CE38BDE-3039-A214-A57A-A33AB020433A}"/>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6" name="コンテンツ プレースホルダー 5">
            <a:extLst>
              <a:ext uri="{FF2B5EF4-FFF2-40B4-BE49-F238E27FC236}">
                <a16:creationId xmlns:a16="http://schemas.microsoft.com/office/drawing/2014/main" id="{EDD3CB04-A877-27CC-0AA8-F6160C99CB32}"/>
              </a:ext>
            </a:extLst>
          </p:cNvPr>
          <p:cNvSpPr>
            <a:spLocks noGrp="1"/>
          </p:cNvSpPr>
          <p:nvPr>
            <p:ph sz="quarter" idx="4"/>
          </p:nvPr>
        </p:nvSpPr>
        <p:spPr>
          <a:xfrm>
            <a:off x="6172200" y="2505075"/>
            <a:ext cx="5183188"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7" name="日付プレースホルダー 6">
            <a:extLst>
              <a:ext uri="{FF2B5EF4-FFF2-40B4-BE49-F238E27FC236}">
                <a16:creationId xmlns:a16="http://schemas.microsoft.com/office/drawing/2014/main" id="{5BD8A102-DF48-C167-FDE4-1F523E8B4B3F}"/>
              </a:ext>
            </a:extLst>
          </p:cNvPr>
          <p:cNvSpPr>
            <a:spLocks noGrp="1"/>
          </p:cNvSpPr>
          <p:nvPr>
            <p:ph type="dt" sz="half" idx="10"/>
          </p:nvPr>
        </p:nvSpPr>
        <p:spPr/>
        <p:txBody>
          <a:bodyPr/>
          <a:lstStyle/>
          <a:p>
            <a:fld id="{7F99FBB3-76A5-4B60-BF62-179EE3A79E56}" type="datetimeFigureOut">
              <a:rPr kumimoji="1" lang="ja-JP" altLang="en-US" smtClean="0"/>
              <a:t>2025/12/13</a:t>
            </a:fld>
            <a:endParaRPr kumimoji="1" lang="ja-JP" altLang="en-US"/>
          </a:p>
        </p:txBody>
      </p:sp>
      <p:sp>
        <p:nvSpPr>
          <p:cNvPr id="8" name="フッター プレースホルダー 7">
            <a:extLst>
              <a:ext uri="{FF2B5EF4-FFF2-40B4-BE49-F238E27FC236}">
                <a16:creationId xmlns:a16="http://schemas.microsoft.com/office/drawing/2014/main" id="{6E0C6094-0EA3-FF2C-B0A4-808B51BD7854}"/>
              </a:ext>
            </a:extLst>
          </p:cNvPr>
          <p:cNvSpPr>
            <a:spLocks noGrp="1"/>
          </p:cNvSpPr>
          <p:nvPr>
            <p:ph type="ftr" sz="quarter" idx="11"/>
          </p:nvPr>
        </p:nvSpPr>
        <p:spPr/>
        <p:txBody>
          <a:bodyPr/>
          <a:lstStyle/>
          <a:p>
            <a:endParaRPr kumimoji="1" lang="ja-JP" altLang="en-US"/>
          </a:p>
        </p:txBody>
      </p:sp>
      <p:sp>
        <p:nvSpPr>
          <p:cNvPr id="9" name="スライド番号プレースホルダー 8">
            <a:extLst>
              <a:ext uri="{FF2B5EF4-FFF2-40B4-BE49-F238E27FC236}">
                <a16:creationId xmlns:a16="http://schemas.microsoft.com/office/drawing/2014/main" id="{8842A477-7A52-DAC4-E5DF-01A0AFE5AA4E}"/>
              </a:ext>
            </a:extLst>
          </p:cNvPr>
          <p:cNvSpPr>
            <a:spLocks noGrp="1"/>
          </p:cNvSpPr>
          <p:nvPr>
            <p:ph type="sldNum" sz="quarter" idx="12"/>
          </p:nvPr>
        </p:nvSpPr>
        <p:spPr/>
        <p:txBody>
          <a:bodyPr/>
          <a:lstStyle/>
          <a:p>
            <a:fld id="{DA93043B-4410-4280-830F-097E9ABA65BD}" type="slidenum">
              <a:rPr kumimoji="1" lang="ja-JP" altLang="en-US" smtClean="0"/>
              <a:t>‹#›</a:t>
            </a:fld>
            <a:endParaRPr kumimoji="1" lang="ja-JP" altLang="en-US"/>
          </a:p>
        </p:txBody>
      </p:sp>
    </p:spTree>
    <p:extLst>
      <p:ext uri="{BB962C8B-B14F-4D97-AF65-F5344CB8AC3E}">
        <p14:creationId xmlns:p14="http://schemas.microsoft.com/office/powerpoint/2010/main" val="159490120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BA3EDF7A-5E2B-95B7-65E8-A1FB22E29A96}"/>
              </a:ext>
            </a:extLst>
          </p:cNvPr>
          <p:cNvSpPr>
            <a:spLocks noGrp="1"/>
          </p:cNvSpPr>
          <p:nvPr>
            <p:ph type="title"/>
          </p:nvPr>
        </p:nvSpPr>
        <p:spPr/>
        <p:txBody>
          <a:bodyPr/>
          <a:lstStyle/>
          <a:p>
            <a:r>
              <a:rPr kumimoji="1" lang="ja-JP" altLang="en-US"/>
              <a:t>マスター タイトルの書式設定</a:t>
            </a:r>
          </a:p>
        </p:txBody>
      </p:sp>
      <p:sp>
        <p:nvSpPr>
          <p:cNvPr id="3" name="日付プレースホルダー 2">
            <a:extLst>
              <a:ext uri="{FF2B5EF4-FFF2-40B4-BE49-F238E27FC236}">
                <a16:creationId xmlns:a16="http://schemas.microsoft.com/office/drawing/2014/main" id="{FE94F16F-5EE6-989F-2DF5-B0DAA5799C2E}"/>
              </a:ext>
            </a:extLst>
          </p:cNvPr>
          <p:cNvSpPr>
            <a:spLocks noGrp="1"/>
          </p:cNvSpPr>
          <p:nvPr>
            <p:ph type="dt" sz="half" idx="10"/>
          </p:nvPr>
        </p:nvSpPr>
        <p:spPr/>
        <p:txBody>
          <a:bodyPr/>
          <a:lstStyle/>
          <a:p>
            <a:fld id="{7F99FBB3-76A5-4B60-BF62-179EE3A79E56}" type="datetimeFigureOut">
              <a:rPr kumimoji="1" lang="ja-JP" altLang="en-US" smtClean="0"/>
              <a:t>2025/12/13</a:t>
            </a:fld>
            <a:endParaRPr kumimoji="1" lang="ja-JP" altLang="en-US"/>
          </a:p>
        </p:txBody>
      </p:sp>
      <p:sp>
        <p:nvSpPr>
          <p:cNvPr id="4" name="フッター プレースホルダー 3">
            <a:extLst>
              <a:ext uri="{FF2B5EF4-FFF2-40B4-BE49-F238E27FC236}">
                <a16:creationId xmlns:a16="http://schemas.microsoft.com/office/drawing/2014/main" id="{97049DF8-1777-46B7-03F5-FC560F8245B6}"/>
              </a:ext>
            </a:extLst>
          </p:cNvPr>
          <p:cNvSpPr>
            <a:spLocks noGrp="1"/>
          </p:cNvSpPr>
          <p:nvPr>
            <p:ph type="ftr" sz="quarter" idx="11"/>
          </p:nvPr>
        </p:nvSpPr>
        <p:spPr/>
        <p:txBody>
          <a:bodyPr/>
          <a:lstStyle/>
          <a:p>
            <a:endParaRPr kumimoji="1" lang="ja-JP" altLang="en-US"/>
          </a:p>
        </p:txBody>
      </p:sp>
      <p:sp>
        <p:nvSpPr>
          <p:cNvPr id="5" name="スライド番号プレースホルダー 4">
            <a:extLst>
              <a:ext uri="{FF2B5EF4-FFF2-40B4-BE49-F238E27FC236}">
                <a16:creationId xmlns:a16="http://schemas.microsoft.com/office/drawing/2014/main" id="{D6325AE8-A9C9-424E-EC2C-D3ADC330F803}"/>
              </a:ext>
            </a:extLst>
          </p:cNvPr>
          <p:cNvSpPr>
            <a:spLocks noGrp="1"/>
          </p:cNvSpPr>
          <p:nvPr>
            <p:ph type="sldNum" sz="quarter" idx="12"/>
          </p:nvPr>
        </p:nvSpPr>
        <p:spPr/>
        <p:txBody>
          <a:bodyPr/>
          <a:lstStyle/>
          <a:p>
            <a:fld id="{DA93043B-4410-4280-830F-097E9ABA65BD}" type="slidenum">
              <a:rPr kumimoji="1" lang="ja-JP" altLang="en-US" smtClean="0"/>
              <a:t>‹#›</a:t>
            </a:fld>
            <a:endParaRPr kumimoji="1" lang="ja-JP" altLang="en-US"/>
          </a:p>
        </p:txBody>
      </p:sp>
    </p:spTree>
    <p:extLst>
      <p:ext uri="{BB962C8B-B14F-4D97-AF65-F5344CB8AC3E}">
        <p14:creationId xmlns:p14="http://schemas.microsoft.com/office/powerpoint/2010/main" val="125457696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46B58AC8-6571-BCD2-C530-B7BC5A677978}"/>
              </a:ext>
            </a:extLst>
          </p:cNvPr>
          <p:cNvSpPr>
            <a:spLocks noGrp="1"/>
          </p:cNvSpPr>
          <p:nvPr>
            <p:ph type="dt" sz="half" idx="10"/>
          </p:nvPr>
        </p:nvSpPr>
        <p:spPr/>
        <p:txBody>
          <a:bodyPr/>
          <a:lstStyle/>
          <a:p>
            <a:fld id="{7F99FBB3-76A5-4B60-BF62-179EE3A79E56}" type="datetimeFigureOut">
              <a:rPr kumimoji="1" lang="ja-JP" altLang="en-US" smtClean="0"/>
              <a:t>2025/12/13</a:t>
            </a:fld>
            <a:endParaRPr kumimoji="1" lang="ja-JP" altLang="en-US"/>
          </a:p>
        </p:txBody>
      </p:sp>
      <p:sp>
        <p:nvSpPr>
          <p:cNvPr id="3" name="フッター プレースホルダー 2">
            <a:extLst>
              <a:ext uri="{FF2B5EF4-FFF2-40B4-BE49-F238E27FC236}">
                <a16:creationId xmlns:a16="http://schemas.microsoft.com/office/drawing/2014/main" id="{ED27B173-89F7-9BB6-C500-B6E4B5813F89}"/>
              </a:ext>
            </a:extLst>
          </p:cNvPr>
          <p:cNvSpPr>
            <a:spLocks noGrp="1"/>
          </p:cNvSpPr>
          <p:nvPr>
            <p:ph type="ftr" sz="quarter" idx="1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3B2907B2-8379-4227-423E-AE52E1ACB91F}"/>
              </a:ext>
            </a:extLst>
          </p:cNvPr>
          <p:cNvSpPr>
            <a:spLocks noGrp="1"/>
          </p:cNvSpPr>
          <p:nvPr>
            <p:ph type="sldNum" sz="quarter" idx="12"/>
          </p:nvPr>
        </p:nvSpPr>
        <p:spPr/>
        <p:txBody>
          <a:bodyPr/>
          <a:lstStyle/>
          <a:p>
            <a:fld id="{DA93043B-4410-4280-830F-097E9ABA65BD}" type="slidenum">
              <a:rPr kumimoji="1" lang="ja-JP" altLang="en-US" smtClean="0"/>
              <a:t>‹#›</a:t>
            </a:fld>
            <a:endParaRPr kumimoji="1" lang="ja-JP" altLang="en-US"/>
          </a:p>
        </p:txBody>
      </p:sp>
    </p:spTree>
    <p:extLst>
      <p:ext uri="{BB962C8B-B14F-4D97-AF65-F5344CB8AC3E}">
        <p14:creationId xmlns:p14="http://schemas.microsoft.com/office/powerpoint/2010/main" val="125543050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590E588-8AC0-0B0A-8309-72CFE8BB839F}"/>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299192CA-8780-7D70-052D-F30449D2461F}"/>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テキスト プレースホルダー 3">
            <a:extLst>
              <a:ext uri="{FF2B5EF4-FFF2-40B4-BE49-F238E27FC236}">
                <a16:creationId xmlns:a16="http://schemas.microsoft.com/office/drawing/2014/main" id="{59B9BA82-18CC-9C76-A531-3617502A6D9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2AD43848-C890-C99F-2EB0-D3E41E810AFE}"/>
              </a:ext>
            </a:extLst>
          </p:cNvPr>
          <p:cNvSpPr>
            <a:spLocks noGrp="1"/>
          </p:cNvSpPr>
          <p:nvPr>
            <p:ph type="dt" sz="half" idx="10"/>
          </p:nvPr>
        </p:nvSpPr>
        <p:spPr/>
        <p:txBody>
          <a:bodyPr/>
          <a:lstStyle/>
          <a:p>
            <a:fld id="{7F99FBB3-76A5-4B60-BF62-179EE3A79E56}" type="datetimeFigureOut">
              <a:rPr kumimoji="1" lang="ja-JP" altLang="en-US" smtClean="0"/>
              <a:t>2025/12/13</a:t>
            </a:fld>
            <a:endParaRPr kumimoji="1" lang="ja-JP" altLang="en-US"/>
          </a:p>
        </p:txBody>
      </p:sp>
      <p:sp>
        <p:nvSpPr>
          <p:cNvPr id="6" name="フッター プレースホルダー 5">
            <a:extLst>
              <a:ext uri="{FF2B5EF4-FFF2-40B4-BE49-F238E27FC236}">
                <a16:creationId xmlns:a16="http://schemas.microsoft.com/office/drawing/2014/main" id="{32E6E2CF-26DD-DBE8-9289-A7AD9A690FC7}"/>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610C1D26-ADCF-CB92-923E-2BBF80175323}"/>
              </a:ext>
            </a:extLst>
          </p:cNvPr>
          <p:cNvSpPr>
            <a:spLocks noGrp="1"/>
          </p:cNvSpPr>
          <p:nvPr>
            <p:ph type="sldNum" sz="quarter" idx="12"/>
          </p:nvPr>
        </p:nvSpPr>
        <p:spPr/>
        <p:txBody>
          <a:bodyPr/>
          <a:lstStyle/>
          <a:p>
            <a:fld id="{DA93043B-4410-4280-830F-097E9ABA65BD}" type="slidenum">
              <a:rPr kumimoji="1" lang="ja-JP" altLang="en-US" smtClean="0"/>
              <a:t>‹#›</a:t>
            </a:fld>
            <a:endParaRPr kumimoji="1" lang="ja-JP" altLang="en-US"/>
          </a:p>
        </p:txBody>
      </p:sp>
    </p:spTree>
    <p:extLst>
      <p:ext uri="{BB962C8B-B14F-4D97-AF65-F5344CB8AC3E}">
        <p14:creationId xmlns:p14="http://schemas.microsoft.com/office/powerpoint/2010/main" val="151083250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90A172A9-79A3-EDA2-6B8C-3EDF3301EC95}"/>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図プレースホルダー 2">
            <a:extLst>
              <a:ext uri="{FF2B5EF4-FFF2-40B4-BE49-F238E27FC236}">
                <a16:creationId xmlns:a16="http://schemas.microsoft.com/office/drawing/2014/main" id="{806B0F13-C7DC-BEF6-BDED-635837E7280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ja-JP" altLang="en-US"/>
          </a:p>
        </p:txBody>
      </p:sp>
      <p:sp>
        <p:nvSpPr>
          <p:cNvPr id="4" name="テキスト プレースホルダー 3">
            <a:extLst>
              <a:ext uri="{FF2B5EF4-FFF2-40B4-BE49-F238E27FC236}">
                <a16:creationId xmlns:a16="http://schemas.microsoft.com/office/drawing/2014/main" id="{6DC789B0-7740-076E-8525-44ED586F0F5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F200D32F-E26A-776A-225B-924B79BC479E}"/>
              </a:ext>
            </a:extLst>
          </p:cNvPr>
          <p:cNvSpPr>
            <a:spLocks noGrp="1"/>
          </p:cNvSpPr>
          <p:nvPr>
            <p:ph type="dt" sz="half" idx="10"/>
          </p:nvPr>
        </p:nvSpPr>
        <p:spPr/>
        <p:txBody>
          <a:bodyPr/>
          <a:lstStyle/>
          <a:p>
            <a:fld id="{7F99FBB3-76A5-4B60-BF62-179EE3A79E56}" type="datetimeFigureOut">
              <a:rPr kumimoji="1" lang="ja-JP" altLang="en-US" smtClean="0"/>
              <a:t>2025/12/13</a:t>
            </a:fld>
            <a:endParaRPr kumimoji="1" lang="ja-JP" altLang="en-US"/>
          </a:p>
        </p:txBody>
      </p:sp>
      <p:sp>
        <p:nvSpPr>
          <p:cNvPr id="6" name="フッター プレースホルダー 5">
            <a:extLst>
              <a:ext uri="{FF2B5EF4-FFF2-40B4-BE49-F238E27FC236}">
                <a16:creationId xmlns:a16="http://schemas.microsoft.com/office/drawing/2014/main" id="{43B2FFB1-F0EA-BB1C-D25D-819C61872B6C}"/>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AE9B087E-B5E1-80AD-E7AA-97AA19523953}"/>
              </a:ext>
            </a:extLst>
          </p:cNvPr>
          <p:cNvSpPr>
            <a:spLocks noGrp="1"/>
          </p:cNvSpPr>
          <p:nvPr>
            <p:ph type="sldNum" sz="quarter" idx="12"/>
          </p:nvPr>
        </p:nvSpPr>
        <p:spPr/>
        <p:txBody>
          <a:bodyPr/>
          <a:lstStyle/>
          <a:p>
            <a:fld id="{DA93043B-4410-4280-830F-097E9ABA65BD}" type="slidenum">
              <a:rPr kumimoji="1" lang="ja-JP" altLang="en-US" smtClean="0"/>
              <a:t>‹#›</a:t>
            </a:fld>
            <a:endParaRPr kumimoji="1" lang="ja-JP" altLang="en-US"/>
          </a:p>
        </p:txBody>
      </p:sp>
    </p:spTree>
    <p:extLst>
      <p:ext uri="{BB962C8B-B14F-4D97-AF65-F5344CB8AC3E}">
        <p14:creationId xmlns:p14="http://schemas.microsoft.com/office/powerpoint/2010/main" val="93803368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8A865AF-1746-8E79-B260-C0342E5E8487}"/>
              </a:ext>
            </a:extLst>
          </p:cNvPr>
          <p:cNvSpPr>
            <a:spLocks noGrp="1"/>
          </p:cNvSpPr>
          <p:nvPr>
            <p:ph type="title"/>
          </p:nvPr>
        </p:nvSpPr>
        <p:spPr/>
        <p:txBody>
          <a:bodyPr/>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075E8AB3-C33D-3D38-C3D9-65168108F17D}"/>
              </a:ext>
            </a:extLst>
          </p:cNvPr>
          <p:cNvSpPr>
            <a:spLocks noGrp="1"/>
          </p:cNvSpPr>
          <p:nvPr>
            <p:ph type="body" orient="vert" idx="1"/>
          </p:nvPr>
        </p:nvSpPr>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6FC812B6-A776-0080-E53F-58E8862A17BA}"/>
              </a:ext>
            </a:extLst>
          </p:cNvPr>
          <p:cNvSpPr>
            <a:spLocks noGrp="1"/>
          </p:cNvSpPr>
          <p:nvPr>
            <p:ph type="dt" sz="half" idx="10"/>
          </p:nvPr>
        </p:nvSpPr>
        <p:spPr/>
        <p:txBody>
          <a:bodyPr/>
          <a:lstStyle/>
          <a:p>
            <a:fld id="{7F99FBB3-76A5-4B60-BF62-179EE3A79E56}" type="datetimeFigureOut">
              <a:rPr kumimoji="1" lang="ja-JP" altLang="en-US" smtClean="0"/>
              <a:t>2025/12/13</a:t>
            </a:fld>
            <a:endParaRPr kumimoji="1" lang="ja-JP" altLang="en-US"/>
          </a:p>
        </p:txBody>
      </p:sp>
      <p:sp>
        <p:nvSpPr>
          <p:cNvPr id="5" name="フッター プレースホルダー 4">
            <a:extLst>
              <a:ext uri="{FF2B5EF4-FFF2-40B4-BE49-F238E27FC236}">
                <a16:creationId xmlns:a16="http://schemas.microsoft.com/office/drawing/2014/main" id="{7D9D8FCB-F420-881B-E8FE-2458311B1F7B}"/>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2A9C607F-D7D9-FA41-BB6B-B215D1EBB016}"/>
              </a:ext>
            </a:extLst>
          </p:cNvPr>
          <p:cNvSpPr>
            <a:spLocks noGrp="1"/>
          </p:cNvSpPr>
          <p:nvPr>
            <p:ph type="sldNum" sz="quarter" idx="12"/>
          </p:nvPr>
        </p:nvSpPr>
        <p:spPr/>
        <p:txBody>
          <a:bodyPr/>
          <a:lstStyle/>
          <a:p>
            <a:fld id="{DA93043B-4410-4280-830F-097E9ABA65BD}" type="slidenum">
              <a:rPr kumimoji="1" lang="ja-JP" altLang="en-US" smtClean="0"/>
              <a:t>‹#›</a:t>
            </a:fld>
            <a:endParaRPr kumimoji="1" lang="ja-JP" altLang="en-US"/>
          </a:p>
        </p:txBody>
      </p:sp>
    </p:spTree>
    <p:extLst>
      <p:ext uri="{BB962C8B-B14F-4D97-AF65-F5344CB8AC3E}">
        <p14:creationId xmlns:p14="http://schemas.microsoft.com/office/powerpoint/2010/main" val="166871033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縦書きタイトル 1">
            <a:extLst>
              <a:ext uri="{FF2B5EF4-FFF2-40B4-BE49-F238E27FC236}">
                <a16:creationId xmlns:a16="http://schemas.microsoft.com/office/drawing/2014/main" id="{4AD174FA-723C-5EA8-FEC9-3C598AB19128}"/>
              </a:ext>
            </a:extLst>
          </p:cNvPr>
          <p:cNvSpPr>
            <a:spLocks noGrp="1"/>
          </p:cNvSpPr>
          <p:nvPr>
            <p:ph type="title" orient="vert"/>
          </p:nvPr>
        </p:nvSpPr>
        <p:spPr>
          <a:xfrm>
            <a:off x="8724900" y="365125"/>
            <a:ext cx="2628900" cy="5811838"/>
          </a:xfrm>
        </p:spPr>
        <p:txBody>
          <a:bodyPr vert="eaVert"/>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B9DFB734-5C18-19E9-427A-DA8B3986090E}"/>
              </a:ext>
            </a:extLst>
          </p:cNvPr>
          <p:cNvSpPr>
            <a:spLocks noGrp="1"/>
          </p:cNvSpPr>
          <p:nvPr>
            <p:ph type="body" orient="vert" idx="1"/>
          </p:nvPr>
        </p:nvSpPr>
        <p:spPr>
          <a:xfrm>
            <a:off x="838200" y="365125"/>
            <a:ext cx="7734300" cy="5811838"/>
          </a:xfrm>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269C9FE7-475A-6ADB-9F49-779F74619250}"/>
              </a:ext>
            </a:extLst>
          </p:cNvPr>
          <p:cNvSpPr>
            <a:spLocks noGrp="1"/>
          </p:cNvSpPr>
          <p:nvPr>
            <p:ph type="dt" sz="half" idx="10"/>
          </p:nvPr>
        </p:nvSpPr>
        <p:spPr/>
        <p:txBody>
          <a:bodyPr/>
          <a:lstStyle/>
          <a:p>
            <a:fld id="{7F99FBB3-76A5-4B60-BF62-179EE3A79E56}" type="datetimeFigureOut">
              <a:rPr kumimoji="1" lang="ja-JP" altLang="en-US" smtClean="0"/>
              <a:t>2025/12/13</a:t>
            </a:fld>
            <a:endParaRPr kumimoji="1" lang="ja-JP" altLang="en-US"/>
          </a:p>
        </p:txBody>
      </p:sp>
      <p:sp>
        <p:nvSpPr>
          <p:cNvPr id="5" name="フッター プレースホルダー 4">
            <a:extLst>
              <a:ext uri="{FF2B5EF4-FFF2-40B4-BE49-F238E27FC236}">
                <a16:creationId xmlns:a16="http://schemas.microsoft.com/office/drawing/2014/main" id="{6D365BA8-D9D9-08BB-6CBD-74AFA957A727}"/>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3DF6FC19-C5B8-04B9-280D-B46BCC960258}"/>
              </a:ext>
            </a:extLst>
          </p:cNvPr>
          <p:cNvSpPr>
            <a:spLocks noGrp="1"/>
          </p:cNvSpPr>
          <p:nvPr>
            <p:ph type="sldNum" sz="quarter" idx="12"/>
          </p:nvPr>
        </p:nvSpPr>
        <p:spPr/>
        <p:txBody>
          <a:bodyPr/>
          <a:lstStyle/>
          <a:p>
            <a:fld id="{DA93043B-4410-4280-830F-097E9ABA65BD}" type="slidenum">
              <a:rPr kumimoji="1" lang="ja-JP" altLang="en-US" smtClean="0"/>
              <a:t>‹#›</a:t>
            </a:fld>
            <a:endParaRPr kumimoji="1" lang="ja-JP" altLang="en-US"/>
          </a:p>
        </p:txBody>
      </p:sp>
    </p:spTree>
    <p:extLst>
      <p:ext uri="{BB962C8B-B14F-4D97-AF65-F5344CB8AC3E}">
        <p14:creationId xmlns:p14="http://schemas.microsoft.com/office/powerpoint/2010/main" val="275160220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タイトル プレースホルダー 1">
            <a:extLst>
              <a:ext uri="{FF2B5EF4-FFF2-40B4-BE49-F238E27FC236}">
                <a16:creationId xmlns:a16="http://schemas.microsoft.com/office/drawing/2014/main" id="{6164DEEA-092E-F835-A88D-38FCF07D752A}"/>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9C1DA96B-50F1-1C7A-BE17-65C5A25761E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368C83DE-D0C6-6EC2-24A9-3DC66527B090}"/>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7F99FBB3-76A5-4B60-BF62-179EE3A79E56}" type="datetimeFigureOut">
              <a:rPr kumimoji="1" lang="ja-JP" altLang="en-US" smtClean="0"/>
              <a:t>2025/12/13</a:t>
            </a:fld>
            <a:endParaRPr kumimoji="1" lang="ja-JP" altLang="en-US"/>
          </a:p>
        </p:txBody>
      </p:sp>
      <p:sp>
        <p:nvSpPr>
          <p:cNvPr id="5" name="フッター プレースホルダー 4">
            <a:extLst>
              <a:ext uri="{FF2B5EF4-FFF2-40B4-BE49-F238E27FC236}">
                <a16:creationId xmlns:a16="http://schemas.microsoft.com/office/drawing/2014/main" id="{DD3ABC8B-E5D4-0DDE-C2AC-18C4A057EDB8}"/>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kumimoji="1" lang="ja-JP" altLang="en-US"/>
          </a:p>
        </p:txBody>
      </p:sp>
      <p:sp>
        <p:nvSpPr>
          <p:cNvPr id="6" name="スライド番号プレースホルダー 5">
            <a:extLst>
              <a:ext uri="{FF2B5EF4-FFF2-40B4-BE49-F238E27FC236}">
                <a16:creationId xmlns:a16="http://schemas.microsoft.com/office/drawing/2014/main" id="{62E61648-918A-FDF8-8C22-E07052454AA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A93043B-4410-4280-830F-097E9ABA65BD}" type="slidenum">
              <a:rPr kumimoji="1" lang="ja-JP" altLang="en-US" smtClean="0"/>
              <a:t>‹#›</a:t>
            </a:fld>
            <a:endParaRPr kumimoji="1" lang="ja-JP" altLang="en-US"/>
          </a:p>
        </p:txBody>
      </p:sp>
    </p:spTree>
    <p:extLst>
      <p:ext uri="{BB962C8B-B14F-4D97-AF65-F5344CB8AC3E}">
        <p14:creationId xmlns:p14="http://schemas.microsoft.com/office/powerpoint/2010/main" val="670625368"/>
      </p:ext>
    </p:extLst>
  </p:cSld>
  <p:clrMap bg1="lt1" tx1="dk1" bg2="lt2" tx2="dk2" accent1="accent1" accent2="accent2" accent3="accent3" accent4="accent4" accent5="accent5" accent6="accent6" hlink="hlink" folHlink="folHlink"/>
  <p:sldLayoutIdLst>
    <p:sldLayoutId id="2147483805" r:id="rId1"/>
    <p:sldLayoutId id="2147483806" r:id="rId2"/>
    <p:sldLayoutId id="2147483807" r:id="rId3"/>
    <p:sldLayoutId id="2147483808" r:id="rId4"/>
    <p:sldLayoutId id="2147483809" r:id="rId5"/>
    <p:sldLayoutId id="2147483810" r:id="rId6"/>
    <p:sldLayoutId id="2147483811" r:id="rId7"/>
    <p:sldLayoutId id="2147483812" r:id="rId8"/>
    <p:sldLayoutId id="2147483813" r:id="rId9"/>
    <p:sldLayoutId id="2147483814" r:id="rId10"/>
    <p:sldLayoutId id="2147483815" r:id="rId11"/>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2.xml"/><Relationship Id="rId4" Type="http://schemas.openxmlformats.org/officeDocument/2006/relationships/image" Target="../media/image9.png"/></Relationships>
</file>

<file path=ppt/slides/_rels/slide7.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2.xml"/><Relationship Id="rId5" Type="http://schemas.openxmlformats.org/officeDocument/2006/relationships/image" Target="../media/image13.png"/><Relationship Id="rId4" Type="http://schemas.openxmlformats.org/officeDocument/2006/relationships/image" Target="../media/image12.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図 4"/>
          <p:cNvPicPr>
            <a:picLocks noChangeAspect="1"/>
          </p:cNvPicPr>
          <p:nvPr/>
        </p:nvPicPr>
        <p:blipFill>
          <a:blip r:embed="rId2"/>
          <a:stretch>
            <a:fillRect/>
          </a:stretch>
        </p:blipFill>
        <p:spPr>
          <a:xfrm>
            <a:off x="-1" y="0"/>
            <a:ext cx="12192001" cy="6858000"/>
          </a:xfrm>
          <a:prstGeom prst="rect">
            <a:avLst/>
          </a:prstGeom>
        </p:spPr>
      </p:pic>
      <p:sp>
        <p:nvSpPr>
          <p:cNvPr id="3" name="サブタイトル 2"/>
          <p:cNvSpPr>
            <a:spLocks noGrp="1"/>
          </p:cNvSpPr>
          <p:nvPr>
            <p:ph type="subTitle" idx="1"/>
          </p:nvPr>
        </p:nvSpPr>
        <p:spPr>
          <a:xfrm>
            <a:off x="215746" y="5501447"/>
            <a:ext cx="2594760" cy="1176220"/>
          </a:xfrm>
          <a:solidFill>
            <a:schemeClr val="bg1"/>
          </a:solidFill>
        </p:spPr>
        <p:txBody>
          <a:bodyPr>
            <a:noAutofit/>
          </a:bodyPr>
          <a:lstStyle/>
          <a:p>
            <a:r>
              <a:rPr kumimoji="1" lang="ja-JP" altLang="en-US" sz="3200" dirty="0">
                <a:solidFill>
                  <a:schemeClr val="tx1">
                    <a:lumMod val="85000"/>
                  </a:schemeClr>
                </a:solidFill>
              </a:rPr>
              <a:t>河野　拓実</a:t>
            </a:r>
            <a:r>
              <a:rPr lang="ja-JP" altLang="en-US" sz="3200" dirty="0">
                <a:solidFill>
                  <a:schemeClr val="tx1">
                    <a:lumMod val="85000"/>
                  </a:schemeClr>
                </a:solidFill>
              </a:rPr>
              <a:t>　</a:t>
            </a:r>
            <a:endParaRPr lang="en-US" altLang="ja-JP" sz="3200" dirty="0">
              <a:solidFill>
                <a:schemeClr val="tx1">
                  <a:lumMod val="85000"/>
                </a:schemeClr>
              </a:solidFill>
            </a:endParaRPr>
          </a:p>
          <a:p>
            <a:r>
              <a:rPr lang="ja-JP" altLang="en-US" sz="3200" dirty="0">
                <a:solidFill>
                  <a:schemeClr val="tx1">
                    <a:lumMod val="85000"/>
                  </a:schemeClr>
                </a:solidFill>
              </a:rPr>
              <a:t>江川　彰馬</a:t>
            </a:r>
            <a:endParaRPr kumimoji="1" lang="ja-JP" altLang="en-US" sz="3200" dirty="0">
              <a:solidFill>
                <a:schemeClr val="tx1">
                  <a:lumMod val="85000"/>
                </a:schemeClr>
              </a:solidFill>
            </a:endParaRPr>
          </a:p>
        </p:txBody>
      </p:sp>
    </p:spTree>
    <p:extLst>
      <p:ext uri="{BB962C8B-B14F-4D97-AF65-F5344CB8AC3E}">
        <p14:creationId xmlns:p14="http://schemas.microsoft.com/office/powerpoint/2010/main" val="150310344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p:cNvSpPr txBox="1"/>
          <p:nvPr/>
        </p:nvSpPr>
        <p:spPr>
          <a:xfrm>
            <a:off x="190005" y="142504"/>
            <a:ext cx="3218213" cy="769441"/>
          </a:xfrm>
          <a:prstGeom prst="rect">
            <a:avLst/>
          </a:prstGeom>
          <a:noFill/>
          <a:ln>
            <a:solidFill>
              <a:schemeClr val="tx1"/>
            </a:solidFill>
          </a:ln>
        </p:spPr>
        <p:txBody>
          <a:bodyPr wrap="square" rtlCol="0">
            <a:spAutoFit/>
          </a:bodyPr>
          <a:lstStyle/>
          <a:p>
            <a:r>
              <a:rPr kumimoji="1" lang="ja-JP" altLang="en-US" sz="4400" dirty="0"/>
              <a:t>ゲーム概要</a:t>
            </a:r>
          </a:p>
        </p:txBody>
      </p:sp>
      <p:sp>
        <p:nvSpPr>
          <p:cNvPr id="5" name="テキスト ボックス 4"/>
          <p:cNvSpPr txBox="1"/>
          <p:nvPr/>
        </p:nvSpPr>
        <p:spPr>
          <a:xfrm>
            <a:off x="190005" y="1062681"/>
            <a:ext cx="11388276" cy="954107"/>
          </a:xfrm>
          <a:prstGeom prst="rect">
            <a:avLst/>
          </a:prstGeom>
          <a:noFill/>
        </p:spPr>
        <p:txBody>
          <a:bodyPr wrap="square" rtlCol="0">
            <a:spAutoFit/>
          </a:bodyPr>
          <a:lstStyle/>
          <a:p>
            <a:r>
              <a:rPr kumimoji="1" lang="ja-JP" altLang="en-US" sz="2800" dirty="0"/>
              <a:t>ジャンル　：　</a:t>
            </a:r>
            <a:r>
              <a:rPr lang="ja-JP" altLang="en-US" sz="2800" dirty="0"/>
              <a:t>アクションゲーム</a:t>
            </a:r>
            <a:endParaRPr lang="en-US" altLang="ja-JP" sz="2800" dirty="0"/>
          </a:p>
          <a:p>
            <a:r>
              <a:rPr kumimoji="1" lang="ja-JP" altLang="en-US" sz="2800" dirty="0"/>
              <a:t>使用エンジン　 </a:t>
            </a:r>
            <a:r>
              <a:rPr kumimoji="1" lang="en-US" altLang="ja-JP" sz="2800" dirty="0"/>
              <a:t>:</a:t>
            </a:r>
            <a:r>
              <a:rPr kumimoji="1" lang="ja-JP" altLang="en-US" sz="2800" dirty="0"/>
              <a:t>　</a:t>
            </a:r>
            <a:r>
              <a:rPr lang="en-US" altLang="ja-JP" sz="2800" dirty="0"/>
              <a:t>Unreal Engine</a:t>
            </a:r>
            <a:r>
              <a:rPr lang="ja-JP" altLang="en-US" sz="2800" dirty="0"/>
              <a:t>５</a:t>
            </a:r>
            <a:endParaRPr kumimoji="1" lang="en-US" altLang="ja-JP" sz="2800" dirty="0"/>
          </a:p>
        </p:txBody>
      </p:sp>
      <p:sp>
        <p:nvSpPr>
          <p:cNvPr id="6" name="テキスト ボックス 5"/>
          <p:cNvSpPr txBox="1"/>
          <p:nvPr/>
        </p:nvSpPr>
        <p:spPr>
          <a:xfrm>
            <a:off x="190005" y="2280062"/>
            <a:ext cx="2600696" cy="769441"/>
          </a:xfrm>
          <a:prstGeom prst="rect">
            <a:avLst/>
          </a:prstGeom>
          <a:noFill/>
          <a:ln>
            <a:solidFill>
              <a:schemeClr val="tx1"/>
            </a:solidFill>
          </a:ln>
        </p:spPr>
        <p:txBody>
          <a:bodyPr wrap="square" rtlCol="0">
            <a:spAutoFit/>
          </a:bodyPr>
          <a:lstStyle/>
          <a:p>
            <a:r>
              <a:rPr lang="ja-JP" altLang="en-US" sz="4400" dirty="0"/>
              <a:t>操作方法</a:t>
            </a:r>
            <a:endParaRPr kumimoji="1" lang="ja-JP" altLang="en-US" sz="4400" dirty="0"/>
          </a:p>
        </p:txBody>
      </p:sp>
      <p:grpSp>
        <p:nvGrpSpPr>
          <p:cNvPr id="7" name="グループ化 6"/>
          <p:cNvGrpSpPr/>
          <p:nvPr/>
        </p:nvGrpSpPr>
        <p:grpSpPr>
          <a:xfrm>
            <a:off x="357249" y="3132409"/>
            <a:ext cx="2266207" cy="1065296"/>
            <a:chOff x="134588" y="1229097"/>
            <a:chExt cx="2266207" cy="1065296"/>
          </a:xfrm>
        </p:grpSpPr>
        <p:sp>
          <p:nvSpPr>
            <p:cNvPr id="8" name="正方形/長方形 7"/>
            <p:cNvSpPr/>
            <p:nvPr/>
          </p:nvSpPr>
          <p:spPr>
            <a:xfrm>
              <a:off x="914401" y="1229097"/>
              <a:ext cx="706581" cy="498763"/>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r>
                <a:rPr kumimoji="1" lang="en-US" altLang="ja-JP" dirty="0"/>
                <a:t>W</a:t>
              </a:r>
              <a:endParaRPr kumimoji="1" lang="ja-JP" altLang="en-US" dirty="0"/>
            </a:p>
          </p:txBody>
        </p:sp>
        <p:sp>
          <p:nvSpPr>
            <p:cNvPr id="9" name="正方形/長方形 8"/>
            <p:cNvSpPr/>
            <p:nvPr/>
          </p:nvSpPr>
          <p:spPr>
            <a:xfrm>
              <a:off x="914401" y="1795630"/>
              <a:ext cx="706581" cy="498763"/>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r>
                <a:rPr lang="en-US" altLang="ja-JP" dirty="0"/>
                <a:t>S</a:t>
              </a:r>
              <a:endParaRPr kumimoji="1" lang="ja-JP" altLang="en-US" dirty="0"/>
            </a:p>
          </p:txBody>
        </p:sp>
        <p:sp>
          <p:nvSpPr>
            <p:cNvPr id="10" name="正方形/長方形 9"/>
            <p:cNvSpPr/>
            <p:nvPr/>
          </p:nvSpPr>
          <p:spPr>
            <a:xfrm>
              <a:off x="134588" y="1795629"/>
              <a:ext cx="706581" cy="498763"/>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r>
                <a:rPr lang="en-US" altLang="ja-JP" dirty="0"/>
                <a:t>A</a:t>
              </a:r>
              <a:endParaRPr kumimoji="1" lang="ja-JP" altLang="en-US" dirty="0"/>
            </a:p>
          </p:txBody>
        </p:sp>
        <p:sp>
          <p:nvSpPr>
            <p:cNvPr id="11" name="正方形/長方形 10"/>
            <p:cNvSpPr/>
            <p:nvPr/>
          </p:nvSpPr>
          <p:spPr>
            <a:xfrm>
              <a:off x="1694214" y="1795629"/>
              <a:ext cx="706581" cy="498763"/>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r>
                <a:rPr lang="en-US" altLang="ja-JP" dirty="0"/>
                <a:t>D</a:t>
              </a:r>
              <a:endParaRPr kumimoji="1" lang="ja-JP" altLang="en-US" dirty="0"/>
            </a:p>
          </p:txBody>
        </p:sp>
      </p:grpSp>
      <p:sp>
        <p:nvSpPr>
          <p:cNvPr id="12" name="テキスト ボックス 11"/>
          <p:cNvSpPr txBox="1"/>
          <p:nvPr/>
        </p:nvSpPr>
        <p:spPr>
          <a:xfrm>
            <a:off x="2790701" y="3453947"/>
            <a:ext cx="4631377" cy="584775"/>
          </a:xfrm>
          <a:prstGeom prst="rect">
            <a:avLst/>
          </a:prstGeom>
          <a:noFill/>
        </p:spPr>
        <p:txBody>
          <a:bodyPr wrap="square" rtlCol="0">
            <a:spAutoFit/>
          </a:bodyPr>
          <a:lstStyle/>
          <a:p>
            <a:r>
              <a:rPr kumimoji="1" lang="ja-JP" altLang="en-US" sz="3200" dirty="0"/>
              <a:t>・・・　移動</a:t>
            </a:r>
          </a:p>
        </p:txBody>
      </p:sp>
      <p:sp>
        <p:nvSpPr>
          <p:cNvPr id="13" name="正方形/長方形 12"/>
          <p:cNvSpPr/>
          <p:nvPr/>
        </p:nvSpPr>
        <p:spPr>
          <a:xfrm>
            <a:off x="710539" y="4463665"/>
            <a:ext cx="1684315" cy="498763"/>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r>
              <a:rPr lang="en-US" altLang="ja-JP" dirty="0"/>
              <a:t>SPACE</a:t>
            </a:r>
            <a:endParaRPr kumimoji="1" lang="ja-JP" altLang="en-US" dirty="0"/>
          </a:p>
        </p:txBody>
      </p:sp>
      <p:sp>
        <p:nvSpPr>
          <p:cNvPr id="14" name="テキスト ボックス 13"/>
          <p:cNvSpPr txBox="1"/>
          <p:nvPr/>
        </p:nvSpPr>
        <p:spPr>
          <a:xfrm>
            <a:off x="2790700" y="4506734"/>
            <a:ext cx="4631377" cy="584775"/>
          </a:xfrm>
          <a:prstGeom prst="rect">
            <a:avLst/>
          </a:prstGeom>
          <a:noFill/>
        </p:spPr>
        <p:txBody>
          <a:bodyPr wrap="square" rtlCol="0">
            <a:spAutoFit/>
          </a:bodyPr>
          <a:lstStyle/>
          <a:p>
            <a:r>
              <a:rPr kumimoji="1" lang="ja-JP" altLang="en-US" sz="3200" dirty="0"/>
              <a:t>・・・　ジャンプ</a:t>
            </a:r>
          </a:p>
        </p:txBody>
      </p:sp>
      <p:pic>
        <p:nvPicPr>
          <p:cNvPr id="15" name="Picture 2" descr="https://www.bing.com/th/id/OIP.CesL4vwWjegbtFgb74ZG0QHaHa?w=195&amp;h=211&amp;c=8&amp;rs=1&amp;qlt=90&amp;o=6&amp;cb=12&amp;dpr=1.5&amp;pid=3.1&amp;rm=2"/>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996535" y="5172844"/>
            <a:ext cx="1112322" cy="1203746"/>
          </a:xfrm>
          <a:prstGeom prst="rect">
            <a:avLst/>
          </a:prstGeom>
          <a:noFill/>
          <a:extLst>
            <a:ext uri="{909E8E84-426E-40DD-AFC4-6F175D3DCCD1}">
              <a14:hiddenFill xmlns:a14="http://schemas.microsoft.com/office/drawing/2010/main">
                <a:solidFill>
                  <a:srgbClr val="FFFFFF"/>
                </a:solidFill>
              </a14:hiddenFill>
            </a:ext>
          </a:extLst>
        </p:spPr>
      </p:pic>
      <p:sp>
        <p:nvSpPr>
          <p:cNvPr id="16" name="テキスト ボックス 15"/>
          <p:cNvSpPr txBox="1"/>
          <p:nvPr/>
        </p:nvSpPr>
        <p:spPr>
          <a:xfrm>
            <a:off x="2790699" y="5559521"/>
            <a:ext cx="4631377" cy="584775"/>
          </a:xfrm>
          <a:prstGeom prst="rect">
            <a:avLst/>
          </a:prstGeom>
          <a:noFill/>
        </p:spPr>
        <p:txBody>
          <a:bodyPr wrap="square" rtlCol="0">
            <a:spAutoFit/>
          </a:bodyPr>
          <a:lstStyle/>
          <a:p>
            <a:r>
              <a:rPr kumimoji="1" lang="ja-JP" altLang="en-US" sz="3200" dirty="0"/>
              <a:t>・・・　攻撃</a:t>
            </a:r>
          </a:p>
        </p:txBody>
      </p:sp>
    </p:spTree>
    <p:extLst>
      <p:ext uri="{BB962C8B-B14F-4D97-AF65-F5344CB8AC3E}">
        <p14:creationId xmlns:p14="http://schemas.microsoft.com/office/powerpoint/2010/main" val="52859732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p:cNvSpPr txBox="1"/>
          <p:nvPr/>
        </p:nvSpPr>
        <p:spPr>
          <a:xfrm>
            <a:off x="190005" y="142504"/>
            <a:ext cx="3863011" cy="769441"/>
          </a:xfrm>
          <a:prstGeom prst="rect">
            <a:avLst/>
          </a:prstGeom>
          <a:noFill/>
          <a:ln>
            <a:solidFill>
              <a:schemeClr val="tx1"/>
            </a:solidFill>
          </a:ln>
        </p:spPr>
        <p:txBody>
          <a:bodyPr wrap="square" rtlCol="0">
            <a:spAutoFit/>
          </a:bodyPr>
          <a:lstStyle/>
          <a:p>
            <a:r>
              <a:rPr lang="ja-JP" altLang="en-US" sz="4400" dirty="0"/>
              <a:t>ゲームの流れ</a:t>
            </a:r>
            <a:endParaRPr kumimoji="1" lang="ja-JP" altLang="en-US" sz="4400" dirty="0"/>
          </a:p>
        </p:txBody>
      </p:sp>
      <p:sp>
        <p:nvSpPr>
          <p:cNvPr id="5" name="テキスト ボックス 4"/>
          <p:cNvSpPr txBox="1"/>
          <p:nvPr/>
        </p:nvSpPr>
        <p:spPr>
          <a:xfrm>
            <a:off x="190005" y="1163103"/>
            <a:ext cx="11388276" cy="1384995"/>
          </a:xfrm>
          <a:prstGeom prst="rect">
            <a:avLst/>
          </a:prstGeom>
          <a:noFill/>
        </p:spPr>
        <p:txBody>
          <a:bodyPr wrap="square" rtlCol="0">
            <a:spAutoFit/>
          </a:bodyPr>
          <a:lstStyle/>
          <a:p>
            <a:r>
              <a:rPr lang="ja-JP" altLang="en-US" sz="2800" dirty="0"/>
              <a:t>・プレイヤーは危険な敵やギミックを攻略しながら自分の家に帰ることを目標にステージを攻略していく。</a:t>
            </a:r>
            <a:endParaRPr lang="en-US" altLang="ja-JP" sz="2800" dirty="0"/>
          </a:p>
          <a:p>
            <a:r>
              <a:rPr lang="ja-JP" altLang="en-US" sz="2800" dirty="0"/>
              <a:t>・ステージを進むと、敵、ギミックが多くなる。</a:t>
            </a:r>
            <a:endParaRPr lang="en-US" altLang="ja-JP" sz="2800" dirty="0"/>
          </a:p>
        </p:txBody>
      </p:sp>
      <p:sp>
        <p:nvSpPr>
          <p:cNvPr id="6" name="正方形/長方形 5">
            <a:extLst>
              <a:ext uri="{FF2B5EF4-FFF2-40B4-BE49-F238E27FC236}">
                <a16:creationId xmlns:a16="http://schemas.microsoft.com/office/drawing/2014/main" id="{743242ED-43A3-013F-6AD7-88897A63EC75}"/>
              </a:ext>
            </a:extLst>
          </p:cNvPr>
          <p:cNvSpPr/>
          <p:nvPr/>
        </p:nvSpPr>
        <p:spPr>
          <a:xfrm>
            <a:off x="1116323" y="3990315"/>
            <a:ext cx="2812466" cy="2145315"/>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r>
              <a:rPr kumimoji="1" lang="ja-JP" altLang="en-US" sz="7200" dirty="0">
                <a:solidFill>
                  <a:schemeClr val="tx1">
                    <a:lumMod val="95000"/>
                    <a:lumOff val="5000"/>
                  </a:schemeClr>
                </a:solidFill>
              </a:rPr>
              <a:t>森</a:t>
            </a:r>
          </a:p>
        </p:txBody>
      </p:sp>
      <p:sp>
        <p:nvSpPr>
          <p:cNvPr id="7" name="正方形/長方形 6">
            <a:extLst>
              <a:ext uri="{FF2B5EF4-FFF2-40B4-BE49-F238E27FC236}">
                <a16:creationId xmlns:a16="http://schemas.microsoft.com/office/drawing/2014/main" id="{8F2303BE-D1CF-7529-0662-18E934E8D6BA}"/>
              </a:ext>
            </a:extLst>
          </p:cNvPr>
          <p:cNvSpPr/>
          <p:nvPr/>
        </p:nvSpPr>
        <p:spPr>
          <a:xfrm>
            <a:off x="4677496" y="3990315"/>
            <a:ext cx="2812466" cy="2145315"/>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ja-JP" altLang="en-US" sz="7200" dirty="0">
                <a:solidFill>
                  <a:schemeClr val="tx1">
                    <a:lumMod val="95000"/>
                    <a:lumOff val="5000"/>
                  </a:schemeClr>
                </a:solidFill>
              </a:rPr>
              <a:t>洞窟</a:t>
            </a:r>
            <a:endParaRPr kumimoji="1" lang="ja-JP" altLang="en-US" sz="7200" dirty="0">
              <a:solidFill>
                <a:schemeClr val="tx1">
                  <a:lumMod val="95000"/>
                  <a:lumOff val="5000"/>
                </a:schemeClr>
              </a:solidFill>
            </a:endParaRPr>
          </a:p>
        </p:txBody>
      </p:sp>
      <p:sp>
        <p:nvSpPr>
          <p:cNvPr id="8" name="正方形/長方形 7">
            <a:extLst>
              <a:ext uri="{FF2B5EF4-FFF2-40B4-BE49-F238E27FC236}">
                <a16:creationId xmlns:a16="http://schemas.microsoft.com/office/drawing/2014/main" id="{A59E5DFD-7788-66A1-E610-9008CDD2CB5F}"/>
              </a:ext>
            </a:extLst>
          </p:cNvPr>
          <p:cNvSpPr/>
          <p:nvPr/>
        </p:nvSpPr>
        <p:spPr>
          <a:xfrm>
            <a:off x="8238669" y="3990315"/>
            <a:ext cx="2812466" cy="2145315"/>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ja-JP" altLang="en-US" sz="7200" dirty="0">
                <a:solidFill>
                  <a:schemeClr val="tx1">
                    <a:lumMod val="95000"/>
                    <a:lumOff val="5000"/>
                  </a:schemeClr>
                </a:solidFill>
              </a:rPr>
              <a:t>山</a:t>
            </a:r>
            <a:endParaRPr kumimoji="1" lang="ja-JP" altLang="en-US" sz="7200" dirty="0">
              <a:solidFill>
                <a:schemeClr val="tx1">
                  <a:lumMod val="95000"/>
                  <a:lumOff val="5000"/>
                </a:schemeClr>
              </a:solidFill>
            </a:endParaRPr>
          </a:p>
        </p:txBody>
      </p:sp>
      <p:cxnSp>
        <p:nvCxnSpPr>
          <p:cNvPr id="10" name="直線矢印コネクタ 9">
            <a:extLst>
              <a:ext uri="{FF2B5EF4-FFF2-40B4-BE49-F238E27FC236}">
                <a16:creationId xmlns:a16="http://schemas.microsoft.com/office/drawing/2014/main" id="{08D207B9-07EA-543A-B539-CDAF55A101E1}"/>
              </a:ext>
            </a:extLst>
          </p:cNvPr>
          <p:cNvCxnSpPr>
            <a:cxnSpLocks/>
            <a:stCxn id="6" idx="3"/>
            <a:endCxn id="7" idx="1"/>
          </p:cNvCxnSpPr>
          <p:nvPr/>
        </p:nvCxnSpPr>
        <p:spPr>
          <a:xfrm>
            <a:off x="3928789" y="5062973"/>
            <a:ext cx="748707" cy="0"/>
          </a:xfrm>
          <a:prstGeom prst="straightConnector1">
            <a:avLst/>
          </a:prstGeom>
          <a:ln w="57150">
            <a:tailEnd type="triangle"/>
          </a:ln>
        </p:spPr>
        <p:style>
          <a:lnRef idx="3">
            <a:schemeClr val="accent5"/>
          </a:lnRef>
          <a:fillRef idx="0">
            <a:schemeClr val="accent5"/>
          </a:fillRef>
          <a:effectRef idx="2">
            <a:schemeClr val="accent5"/>
          </a:effectRef>
          <a:fontRef idx="minor">
            <a:schemeClr val="tx1"/>
          </a:fontRef>
        </p:style>
      </p:cxnSp>
      <p:cxnSp>
        <p:nvCxnSpPr>
          <p:cNvPr id="12" name="直線矢印コネクタ 11">
            <a:extLst>
              <a:ext uri="{FF2B5EF4-FFF2-40B4-BE49-F238E27FC236}">
                <a16:creationId xmlns:a16="http://schemas.microsoft.com/office/drawing/2014/main" id="{67D37230-AD6F-BF2D-C047-3C5CC3E352C0}"/>
              </a:ext>
            </a:extLst>
          </p:cNvPr>
          <p:cNvCxnSpPr>
            <a:cxnSpLocks/>
            <a:stCxn id="7" idx="3"/>
            <a:endCxn id="8" idx="1"/>
          </p:cNvCxnSpPr>
          <p:nvPr/>
        </p:nvCxnSpPr>
        <p:spPr>
          <a:xfrm>
            <a:off x="7489962" y="5062973"/>
            <a:ext cx="748707" cy="0"/>
          </a:xfrm>
          <a:prstGeom prst="straightConnector1">
            <a:avLst/>
          </a:prstGeom>
          <a:ln w="57150">
            <a:tailEnd type="triangle"/>
          </a:ln>
        </p:spPr>
        <p:style>
          <a:lnRef idx="3">
            <a:schemeClr val="accent5"/>
          </a:lnRef>
          <a:fillRef idx="0">
            <a:schemeClr val="accent5"/>
          </a:fillRef>
          <a:effectRef idx="2">
            <a:schemeClr val="accent5"/>
          </a:effectRef>
          <a:fontRef idx="minor">
            <a:schemeClr val="tx1"/>
          </a:fontRef>
        </p:style>
      </p:cxnSp>
      <p:sp>
        <p:nvSpPr>
          <p:cNvPr id="2" name="テキスト ボックス 1">
            <a:extLst>
              <a:ext uri="{FF2B5EF4-FFF2-40B4-BE49-F238E27FC236}">
                <a16:creationId xmlns:a16="http://schemas.microsoft.com/office/drawing/2014/main" id="{9D992B86-AFD0-7C48-5E14-6625EF3C5B07}"/>
              </a:ext>
            </a:extLst>
          </p:cNvPr>
          <p:cNvSpPr txBox="1"/>
          <p:nvPr/>
        </p:nvSpPr>
        <p:spPr>
          <a:xfrm>
            <a:off x="190005" y="2969716"/>
            <a:ext cx="4137967" cy="769441"/>
          </a:xfrm>
          <a:prstGeom prst="rect">
            <a:avLst/>
          </a:prstGeom>
          <a:noFill/>
          <a:ln>
            <a:solidFill>
              <a:schemeClr val="tx1"/>
            </a:solidFill>
          </a:ln>
        </p:spPr>
        <p:txBody>
          <a:bodyPr wrap="square" rtlCol="0">
            <a:spAutoFit/>
          </a:bodyPr>
          <a:lstStyle/>
          <a:p>
            <a:r>
              <a:rPr lang="ja-JP" altLang="en-US" sz="4400" dirty="0"/>
              <a:t>ステージの推移</a:t>
            </a:r>
            <a:endParaRPr kumimoji="1" lang="ja-JP" altLang="en-US" sz="4400" dirty="0"/>
          </a:p>
        </p:txBody>
      </p:sp>
    </p:spTree>
    <p:extLst>
      <p:ext uri="{BB962C8B-B14F-4D97-AF65-F5344CB8AC3E}">
        <p14:creationId xmlns:p14="http://schemas.microsoft.com/office/powerpoint/2010/main" val="176081079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p:cNvSpPr txBox="1"/>
          <p:nvPr/>
        </p:nvSpPr>
        <p:spPr>
          <a:xfrm>
            <a:off x="190006" y="142504"/>
            <a:ext cx="2563828" cy="769441"/>
          </a:xfrm>
          <a:prstGeom prst="rect">
            <a:avLst/>
          </a:prstGeom>
          <a:noFill/>
          <a:ln>
            <a:solidFill>
              <a:schemeClr val="tx1"/>
            </a:solidFill>
          </a:ln>
        </p:spPr>
        <p:txBody>
          <a:bodyPr wrap="square" rtlCol="0">
            <a:spAutoFit/>
          </a:bodyPr>
          <a:lstStyle/>
          <a:p>
            <a:r>
              <a:rPr lang="ja-JP" altLang="en-US" sz="4400" dirty="0"/>
              <a:t>画面説明</a:t>
            </a:r>
            <a:endParaRPr kumimoji="1" lang="ja-JP" altLang="en-US" sz="4400" dirty="0"/>
          </a:p>
        </p:txBody>
      </p:sp>
      <p:pic>
        <p:nvPicPr>
          <p:cNvPr id="6" name="図 5"/>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30779" y="1010829"/>
            <a:ext cx="9796834" cy="5525316"/>
          </a:xfrm>
          <a:prstGeom prst="rect">
            <a:avLst/>
          </a:prstGeom>
        </p:spPr>
      </p:pic>
      <p:sp>
        <p:nvSpPr>
          <p:cNvPr id="8" name="正方形/長方形 7"/>
          <p:cNvSpPr/>
          <p:nvPr/>
        </p:nvSpPr>
        <p:spPr>
          <a:xfrm>
            <a:off x="1212530" y="1054006"/>
            <a:ext cx="4530838" cy="414786"/>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10" name="直線矢印コネクタ 9"/>
          <p:cNvCxnSpPr>
            <a:cxnSpLocks/>
          </p:cNvCxnSpPr>
          <p:nvPr/>
        </p:nvCxnSpPr>
        <p:spPr>
          <a:xfrm flipH="1">
            <a:off x="5743367" y="1260487"/>
            <a:ext cx="705266" cy="0"/>
          </a:xfrm>
          <a:prstGeom prst="straightConnector1">
            <a:avLst/>
          </a:prstGeom>
          <a:ln w="57150">
            <a:solidFill>
              <a:srgbClr val="FF0000"/>
            </a:solidFill>
            <a:tailEnd type="triangle"/>
          </a:ln>
        </p:spPr>
        <p:style>
          <a:lnRef idx="3">
            <a:schemeClr val="accent2"/>
          </a:lnRef>
          <a:fillRef idx="0">
            <a:schemeClr val="accent2"/>
          </a:fillRef>
          <a:effectRef idx="2">
            <a:schemeClr val="accent2"/>
          </a:effectRef>
          <a:fontRef idx="minor">
            <a:schemeClr val="tx1"/>
          </a:fontRef>
        </p:style>
      </p:cxnSp>
      <p:sp>
        <p:nvSpPr>
          <p:cNvPr id="13" name="テキスト ボックス 12"/>
          <p:cNvSpPr txBox="1"/>
          <p:nvPr/>
        </p:nvSpPr>
        <p:spPr>
          <a:xfrm>
            <a:off x="6448634" y="1054006"/>
            <a:ext cx="2753834" cy="646331"/>
          </a:xfrm>
          <a:prstGeom prst="rect">
            <a:avLst/>
          </a:prstGeom>
          <a:solidFill>
            <a:schemeClr val="bg1"/>
          </a:solidFill>
          <a:ln>
            <a:solidFill>
              <a:schemeClr val="tx1"/>
            </a:solidFill>
          </a:ln>
        </p:spPr>
        <p:txBody>
          <a:bodyPr wrap="square" rtlCol="0">
            <a:spAutoFit/>
          </a:bodyPr>
          <a:lstStyle/>
          <a:p>
            <a:r>
              <a:rPr kumimoji="1" lang="ja-JP" altLang="en-US" b="1" dirty="0"/>
              <a:t>・</a:t>
            </a:r>
            <a:r>
              <a:rPr kumimoji="1" lang="en-US" altLang="ja-JP" b="1" dirty="0"/>
              <a:t>HP</a:t>
            </a:r>
            <a:r>
              <a:rPr kumimoji="1" lang="ja-JP" altLang="en-US" b="1" dirty="0"/>
              <a:t>バー</a:t>
            </a:r>
            <a:endParaRPr kumimoji="1" lang="en-US" altLang="ja-JP" b="1" dirty="0"/>
          </a:p>
          <a:p>
            <a:r>
              <a:rPr lang="ja-JP" altLang="en-US" dirty="0"/>
              <a:t>ダメージを受けると減少</a:t>
            </a:r>
            <a:endParaRPr kumimoji="1" lang="ja-JP" altLang="en-US" dirty="0"/>
          </a:p>
        </p:txBody>
      </p:sp>
      <p:sp>
        <p:nvSpPr>
          <p:cNvPr id="16" name="テキスト ボックス 15"/>
          <p:cNvSpPr txBox="1"/>
          <p:nvPr/>
        </p:nvSpPr>
        <p:spPr>
          <a:xfrm>
            <a:off x="1471920" y="3029498"/>
            <a:ext cx="2753834" cy="646331"/>
          </a:xfrm>
          <a:prstGeom prst="rect">
            <a:avLst/>
          </a:prstGeom>
          <a:solidFill>
            <a:schemeClr val="bg1"/>
          </a:solidFill>
          <a:ln>
            <a:solidFill>
              <a:schemeClr val="bg1"/>
            </a:solidFill>
          </a:ln>
        </p:spPr>
        <p:txBody>
          <a:bodyPr wrap="square" rtlCol="0">
            <a:spAutoFit/>
          </a:bodyPr>
          <a:lstStyle/>
          <a:p>
            <a:r>
              <a:rPr lang="ja-JP" altLang="en-US" b="1" dirty="0"/>
              <a:t>・レベル</a:t>
            </a:r>
            <a:endParaRPr lang="en-US" altLang="ja-JP" b="1" dirty="0"/>
          </a:p>
          <a:p>
            <a:r>
              <a:rPr kumimoji="1" lang="ja-JP" altLang="en-US" dirty="0"/>
              <a:t>敵を倒すと上昇していく</a:t>
            </a:r>
            <a:endParaRPr kumimoji="1" lang="en-US" altLang="ja-JP" dirty="0"/>
          </a:p>
        </p:txBody>
      </p:sp>
      <p:cxnSp>
        <p:nvCxnSpPr>
          <p:cNvPr id="17" name="直線矢印コネクタ 16"/>
          <p:cNvCxnSpPr>
            <a:cxnSpLocks/>
          </p:cNvCxnSpPr>
          <p:nvPr/>
        </p:nvCxnSpPr>
        <p:spPr>
          <a:xfrm flipV="1">
            <a:off x="1783533" y="2349374"/>
            <a:ext cx="0" cy="680124"/>
          </a:xfrm>
          <a:prstGeom prst="straightConnector1">
            <a:avLst/>
          </a:prstGeom>
          <a:ln w="38100">
            <a:solidFill>
              <a:srgbClr val="FFC000"/>
            </a:solidFill>
            <a:tailEnd type="triangle"/>
          </a:ln>
        </p:spPr>
        <p:style>
          <a:lnRef idx="3">
            <a:schemeClr val="accent4"/>
          </a:lnRef>
          <a:fillRef idx="0">
            <a:schemeClr val="accent4"/>
          </a:fillRef>
          <a:effectRef idx="2">
            <a:schemeClr val="accent4"/>
          </a:effectRef>
          <a:fontRef idx="minor">
            <a:schemeClr val="tx1"/>
          </a:fontRef>
        </p:style>
      </p:cxnSp>
      <p:sp>
        <p:nvSpPr>
          <p:cNvPr id="19" name="正方形/長方形 18"/>
          <p:cNvSpPr/>
          <p:nvPr/>
        </p:nvSpPr>
        <p:spPr>
          <a:xfrm>
            <a:off x="1212530" y="1511969"/>
            <a:ext cx="987462" cy="805718"/>
          </a:xfrm>
          <a:prstGeom prst="rect">
            <a:avLst/>
          </a:prstGeom>
          <a:noFill/>
          <a:ln w="28575">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正方形/長方形 10">
            <a:extLst>
              <a:ext uri="{FF2B5EF4-FFF2-40B4-BE49-F238E27FC236}">
                <a16:creationId xmlns:a16="http://schemas.microsoft.com/office/drawing/2014/main" id="{4082C63D-F8ED-2483-8E18-7E44176A4B42}"/>
              </a:ext>
            </a:extLst>
          </p:cNvPr>
          <p:cNvSpPr/>
          <p:nvPr/>
        </p:nvSpPr>
        <p:spPr>
          <a:xfrm>
            <a:off x="5423026" y="3675829"/>
            <a:ext cx="1412340" cy="2598222"/>
          </a:xfrm>
          <a:prstGeom prst="rect">
            <a:avLst/>
          </a:prstGeom>
          <a:noFill/>
          <a:ln w="38100">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12" name="直線矢印コネクタ 11">
            <a:extLst>
              <a:ext uri="{FF2B5EF4-FFF2-40B4-BE49-F238E27FC236}">
                <a16:creationId xmlns:a16="http://schemas.microsoft.com/office/drawing/2014/main" id="{9A3A523C-EB21-0E12-7F81-929C1BC28529}"/>
              </a:ext>
            </a:extLst>
          </p:cNvPr>
          <p:cNvCxnSpPr>
            <a:cxnSpLocks/>
          </p:cNvCxnSpPr>
          <p:nvPr/>
        </p:nvCxnSpPr>
        <p:spPr>
          <a:xfrm flipH="1">
            <a:off x="6835366" y="4538803"/>
            <a:ext cx="669957" cy="0"/>
          </a:xfrm>
          <a:prstGeom prst="straightConnector1">
            <a:avLst/>
          </a:prstGeom>
          <a:ln w="38100">
            <a:solidFill>
              <a:srgbClr val="FFFF00"/>
            </a:solidFill>
            <a:tailEnd type="triangle"/>
          </a:ln>
        </p:spPr>
        <p:style>
          <a:lnRef idx="3">
            <a:schemeClr val="accent4"/>
          </a:lnRef>
          <a:fillRef idx="0">
            <a:schemeClr val="accent4"/>
          </a:fillRef>
          <a:effectRef idx="2">
            <a:schemeClr val="accent4"/>
          </a:effectRef>
          <a:fontRef idx="minor">
            <a:schemeClr val="tx1"/>
          </a:fontRef>
        </p:style>
      </p:cxnSp>
      <p:sp>
        <p:nvSpPr>
          <p:cNvPr id="15" name="テキスト ボックス 14">
            <a:extLst>
              <a:ext uri="{FF2B5EF4-FFF2-40B4-BE49-F238E27FC236}">
                <a16:creationId xmlns:a16="http://schemas.microsoft.com/office/drawing/2014/main" id="{9A9C9A0C-7E83-5149-383D-D9C4065B2553}"/>
              </a:ext>
            </a:extLst>
          </p:cNvPr>
          <p:cNvSpPr txBox="1"/>
          <p:nvPr/>
        </p:nvSpPr>
        <p:spPr>
          <a:xfrm>
            <a:off x="7505323" y="4354137"/>
            <a:ext cx="1665837" cy="369332"/>
          </a:xfrm>
          <a:prstGeom prst="rect">
            <a:avLst/>
          </a:prstGeom>
          <a:solidFill>
            <a:schemeClr val="bg1"/>
          </a:solidFill>
          <a:ln>
            <a:solidFill>
              <a:schemeClr val="bg1"/>
            </a:solidFill>
          </a:ln>
        </p:spPr>
        <p:txBody>
          <a:bodyPr wrap="square" rtlCol="0">
            <a:spAutoFit/>
          </a:bodyPr>
          <a:lstStyle/>
          <a:p>
            <a:r>
              <a:rPr lang="ja-JP" altLang="en-US" b="1" dirty="0"/>
              <a:t>・プレイヤー</a:t>
            </a:r>
            <a:endParaRPr lang="en-US" altLang="ja-JP" b="1" dirty="0"/>
          </a:p>
        </p:txBody>
      </p:sp>
      <p:sp>
        <p:nvSpPr>
          <p:cNvPr id="2" name="正方形/長方形 1">
            <a:extLst>
              <a:ext uri="{FF2B5EF4-FFF2-40B4-BE49-F238E27FC236}">
                <a16:creationId xmlns:a16="http://schemas.microsoft.com/office/drawing/2014/main" id="{B06FAA8C-69E3-78AE-710D-D5CF3BFC006F}"/>
              </a:ext>
            </a:extLst>
          </p:cNvPr>
          <p:cNvSpPr/>
          <p:nvPr/>
        </p:nvSpPr>
        <p:spPr>
          <a:xfrm>
            <a:off x="6210677" y="2933323"/>
            <a:ext cx="488879" cy="480410"/>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3" name="直線矢印コネクタ 2">
            <a:extLst>
              <a:ext uri="{FF2B5EF4-FFF2-40B4-BE49-F238E27FC236}">
                <a16:creationId xmlns:a16="http://schemas.microsoft.com/office/drawing/2014/main" id="{0D761472-D7FE-C6AB-9E26-4B6486467B4B}"/>
              </a:ext>
            </a:extLst>
          </p:cNvPr>
          <p:cNvCxnSpPr>
            <a:cxnSpLocks/>
          </p:cNvCxnSpPr>
          <p:nvPr/>
        </p:nvCxnSpPr>
        <p:spPr>
          <a:xfrm flipH="1">
            <a:off x="6716162" y="3214164"/>
            <a:ext cx="669957" cy="0"/>
          </a:xfrm>
          <a:prstGeom prst="straightConnector1">
            <a:avLst/>
          </a:prstGeom>
          <a:ln w="38100">
            <a:solidFill>
              <a:srgbClr val="FF0000"/>
            </a:solidFill>
            <a:tailEnd type="triangle"/>
          </a:ln>
        </p:spPr>
        <p:style>
          <a:lnRef idx="3">
            <a:schemeClr val="accent4"/>
          </a:lnRef>
          <a:fillRef idx="0">
            <a:schemeClr val="accent4"/>
          </a:fillRef>
          <a:effectRef idx="2">
            <a:schemeClr val="accent4"/>
          </a:effectRef>
          <a:fontRef idx="minor">
            <a:schemeClr val="tx1"/>
          </a:fontRef>
        </p:style>
      </p:cxnSp>
      <p:sp>
        <p:nvSpPr>
          <p:cNvPr id="5" name="テキスト ボックス 4">
            <a:extLst>
              <a:ext uri="{FF2B5EF4-FFF2-40B4-BE49-F238E27FC236}">
                <a16:creationId xmlns:a16="http://schemas.microsoft.com/office/drawing/2014/main" id="{DAB25ADC-5E27-9E1F-FA64-FD68A2FF25D1}"/>
              </a:ext>
            </a:extLst>
          </p:cNvPr>
          <p:cNvSpPr txBox="1"/>
          <p:nvPr/>
        </p:nvSpPr>
        <p:spPr>
          <a:xfrm>
            <a:off x="7386119" y="3029498"/>
            <a:ext cx="1665837" cy="369332"/>
          </a:xfrm>
          <a:prstGeom prst="rect">
            <a:avLst/>
          </a:prstGeom>
          <a:solidFill>
            <a:schemeClr val="bg1"/>
          </a:solidFill>
          <a:ln>
            <a:solidFill>
              <a:schemeClr val="tx1">
                <a:lumMod val="95000"/>
                <a:lumOff val="5000"/>
              </a:schemeClr>
            </a:solidFill>
          </a:ln>
        </p:spPr>
        <p:txBody>
          <a:bodyPr wrap="square" rtlCol="0">
            <a:spAutoFit/>
          </a:bodyPr>
          <a:lstStyle/>
          <a:p>
            <a:r>
              <a:rPr lang="ja-JP" altLang="en-US" b="1" dirty="0"/>
              <a:t>・敵</a:t>
            </a:r>
            <a:endParaRPr lang="en-US" altLang="ja-JP" b="1" dirty="0"/>
          </a:p>
        </p:txBody>
      </p:sp>
    </p:spTree>
    <p:extLst>
      <p:ext uri="{BB962C8B-B14F-4D97-AF65-F5344CB8AC3E}">
        <p14:creationId xmlns:p14="http://schemas.microsoft.com/office/powerpoint/2010/main" val="102864372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p:cNvSpPr txBox="1"/>
          <p:nvPr/>
        </p:nvSpPr>
        <p:spPr>
          <a:xfrm>
            <a:off x="190006" y="142504"/>
            <a:ext cx="2574460" cy="769441"/>
          </a:xfrm>
          <a:prstGeom prst="rect">
            <a:avLst/>
          </a:prstGeom>
          <a:noFill/>
          <a:ln>
            <a:solidFill>
              <a:schemeClr val="tx1"/>
            </a:solidFill>
          </a:ln>
        </p:spPr>
        <p:txBody>
          <a:bodyPr wrap="square" rtlCol="0">
            <a:spAutoFit/>
          </a:bodyPr>
          <a:lstStyle/>
          <a:p>
            <a:r>
              <a:rPr lang="ja-JP" altLang="en-US" sz="4400" dirty="0"/>
              <a:t>ステージ</a:t>
            </a:r>
            <a:endParaRPr kumimoji="1" lang="ja-JP" altLang="en-US" sz="4400" dirty="0"/>
          </a:p>
        </p:txBody>
      </p:sp>
      <p:pic>
        <p:nvPicPr>
          <p:cNvPr id="9" name="図 8"/>
          <p:cNvPicPr>
            <a:picLocks noChangeAspect="1"/>
          </p:cNvPicPr>
          <p:nvPr/>
        </p:nvPicPr>
        <p:blipFill>
          <a:blip r:embed="rId2"/>
          <a:stretch>
            <a:fillRect/>
          </a:stretch>
        </p:blipFill>
        <p:spPr>
          <a:xfrm>
            <a:off x="190006" y="1035846"/>
            <a:ext cx="3682609" cy="2775986"/>
          </a:xfrm>
          <a:prstGeom prst="rect">
            <a:avLst/>
          </a:prstGeom>
        </p:spPr>
      </p:pic>
      <p:sp>
        <p:nvSpPr>
          <p:cNvPr id="10" name="テキスト ボックス 9"/>
          <p:cNvSpPr txBox="1"/>
          <p:nvPr/>
        </p:nvSpPr>
        <p:spPr>
          <a:xfrm>
            <a:off x="0" y="3811832"/>
            <a:ext cx="3967756" cy="1200329"/>
          </a:xfrm>
          <a:prstGeom prst="rect">
            <a:avLst/>
          </a:prstGeom>
          <a:noFill/>
        </p:spPr>
        <p:txBody>
          <a:bodyPr wrap="square" rtlCol="0">
            <a:spAutoFit/>
          </a:bodyPr>
          <a:lstStyle/>
          <a:p>
            <a:pPr algn="ctr"/>
            <a:r>
              <a:rPr kumimoji="1" lang="ja-JP" altLang="en-US" sz="3600" b="1" dirty="0"/>
              <a:t>森</a:t>
            </a:r>
            <a:endParaRPr kumimoji="1" lang="en-US" altLang="ja-JP" sz="3600" b="1" dirty="0"/>
          </a:p>
          <a:p>
            <a:r>
              <a:rPr lang="ja-JP" altLang="en-US" dirty="0"/>
              <a:t>・敵、ギミックの種類が最も少ない</a:t>
            </a:r>
            <a:endParaRPr kumimoji="1" lang="en-US" altLang="ja-JP" dirty="0"/>
          </a:p>
          <a:p>
            <a:r>
              <a:rPr lang="ja-JP" altLang="en-US" dirty="0"/>
              <a:t>・最初に訪れるステージ</a:t>
            </a:r>
            <a:endParaRPr lang="en-US" altLang="ja-JP" dirty="0"/>
          </a:p>
        </p:txBody>
      </p:sp>
      <p:pic>
        <p:nvPicPr>
          <p:cNvPr id="11" name="図 10"/>
          <p:cNvPicPr>
            <a:picLocks noChangeAspect="1"/>
          </p:cNvPicPr>
          <p:nvPr/>
        </p:nvPicPr>
        <p:blipFill>
          <a:blip r:embed="rId3"/>
          <a:stretch>
            <a:fillRect/>
          </a:stretch>
        </p:blipFill>
        <p:spPr>
          <a:xfrm>
            <a:off x="4163807" y="2423837"/>
            <a:ext cx="3833067" cy="2775986"/>
          </a:xfrm>
          <a:prstGeom prst="rect">
            <a:avLst/>
          </a:prstGeom>
        </p:spPr>
      </p:pic>
      <p:sp>
        <p:nvSpPr>
          <p:cNvPr id="12" name="テキスト ボックス 11"/>
          <p:cNvSpPr txBox="1"/>
          <p:nvPr/>
        </p:nvSpPr>
        <p:spPr>
          <a:xfrm>
            <a:off x="4163806" y="5199823"/>
            <a:ext cx="3833067" cy="1138773"/>
          </a:xfrm>
          <a:prstGeom prst="rect">
            <a:avLst/>
          </a:prstGeom>
          <a:noFill/>
        </p:spPr>
        <p:txBody>
          <a:bodyPr wrap="square" rtlCol="0">
            <a:spAutoFit/>
          </a:bodyPr>
          <a:lstStyle/>
          <a:p>
            <a:pPr algn="ctr"/>
            <a:r>
              <a:rPr lang="ja-JP" altLang="en-US" sz="3200" b="1" dirty="0"/>
              <a:t>洞窟</a:t>
            </a:r>
            <a:endParaRPr lang="en-US" altLang="ja-JP" sz="3200" b="1" dirty="0"/>
          </a:p>
          <a:p>
            <a:r>
              <a:rPr kumimoji="1" lang="ja-JP" altLang="en-US" dirty="0"/>
              <a:t>・ギミックが多く、少し難しい</a:t>
            </a:r>
            <a:endParaRPr kumimoji="1" lang="en-US" altLang="ja-JP" dirty="0"/>
          </a:p>
          <a:p>
            <a:r>
              <a:rPr lang="ja-JP" altLang="en-US" dirty="0"/>
              <a:t>・敵が少し強くなる</a:t>
            </a:r>
            <a:endParaRPr kumimoji="1" lang="ja-JP" altLang="en-US" dirty="0"/>
          </a:p>
        </p:txBody>
      </p:sp>
      <p:pic>
        <p:nvPicPr>
          <p:cNvPr id="13" name="図 12"/>
          <p:cNvPicPr>
            <a:picLocks noChangeAspect="1"/>
          </p:cNvPicPr>
          <p:nvPr/>
        </p:nvPicPr>
        <p:blipFill>
          <a:blip r:embed="rId4"/>
          <a:stretch>
            <a:fillRect/>
          </a:stretch>
        </p:blipFill>
        <p:spPr>
          <a:xfrm>
            <a:off x="8282021" y="1035845"/>
            <a:ext cx="3600689" cy="2775985"/>
          </a:xfrm>
          <a:prstGeom prst="rect">
            <a:avLst/>
          </a:prstGeom>
        </p:spPr>
      </p:pic>
      <p:sp>
        <p:nvSpPr>
          <p:cNvPr id="14" name="テキスト ボックス 13"/>
          <p:cNvSpPr txBox="1"/>
          <p:nvPr/>
        </p:nvSpPr>
        <p:spPr>
          <a:xfrm>
            <a:off x="8282020" y="3811832"/>
            <a:ext cx="3600690" cy="1138773"/>
          </a:xfrm>
          <a:prstGeom prst="rect">
            <a:avLst/>
          </a:prstGeom>
          <a:noFill/>
        </p:spPr>
        <p:txBody>
          <a:bodyPr wrap="square" rtlCol="0">
            <a:spAutoFit/>
          </a:bodyPr>
          <a:lstStyle/>
          <a:p>
            <a:pPr algn="ctr"/>
            <a:r>
              <a:rPr lang="ja-JP" altLang="en-US" sz="3200" b="1" dirty="0"/>
              <a:t>山</a:t>
            </a:r>
            <a:endParaRPr lang="en-US" altLang="ja-JP" sz="3200" b="1" dirty="0"/>
          </a:p>
          <a:p>
            <a:r>
              <a:rPr kumimoji="1" lang="ja-JP" altLang="en-US" dirty="0"/>
              <a:t>・敵、ギミックの種類が増加</a:t>
            </a:r>
            <a:endParaRPr kumimoji="1" lang="en-US" altLang="ja-JP" dirty="0"/>
          </a:p>
          <a:p>
            <a:r>
              <a:rPr lang="ja-JP" altLang="en-US" dirty="0"/>
              <a:t>・ステージがとても広い</a:t>
            </a:r>
            <a:endParaRPr kumimoji="1" lang="ja-JP" altLang="en-US" dirty="0"/>
          </a:p>
        </p:txBody>
      </p:sp>
    </p:spTree>
    <p:extLst>
      <p:ext uri="{BB962C8B-B14F-4D97-AF65-F5344CB8AC3E}">
        <p14:creationId xmlns:p14="http://schemas.microsoft.com/office/powerpoint/2010/main" val="19883810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p:cNvSpPr txBox="1"/>
          <p:nvPr/>
        </p:nvSpPr>
        <p:spPr>
          <a:xfrm>
            <a:off x="190005" y="142504"/>
            <a:ext cx="6091923" cy="769441"/>
          </a:xfrm>
          <a:prstGeom prst="rect">
            <a:avLst/>
          </a:prstGeom>
          <a:noFill/>
          <a:ln>
            <a:solidFill>
              <a:schemeClr val="tx1"/>
            </a:solidFill>
          </a:ln>
        </p:spPr>
        <p:txBody>
          <a:bodyPr wrap="square" rtlCol="0">
            <a:spAutoFit/>
          </a:bodyPr>
          <a:lstStyle/>
          <a:p>
            <a:r>
              <a:rPr lang="ja-JP" altLang="en-US" sz="4400" dirty="0"/>
              <a:t>出現する一部の敵</a:t>
            </a:r>
            <a:endParaRPr kumimoji="1" lang="ja-JP" altLang="en-US" sz="4400" dirty="0"/>
          </a:p>
        </p:txBody>
      </p:sp>
      <p:grpSp>
        <p:nvGrpSpPr>
          <p:cNvPr id="14" name="グループ化 13">
            <a:extLst>
              <a:ext uri="{FF2B5EF4-FFF2-40B4-BE49-F238E27FC236}">
                <a16:creationId xmlns:a16="http://schemas.microsoft.com/office/drawing/2014/main" id="{7CF6AF31-DC12-0AF6-E2DD-0059423D04E7}"/>
              </a:ext>
            </a:extLst>
          </p:cNvPr>
          <p:cNvGrpSpPr/>
          <p:nvPr/>
        </p:nvGrpSpPr>
        <p:grpSpPr>
          <a:xfrm>
            <a:off x="190005" y="982640"/>
            <a:ext cx="5369547" cy="1703189"/>
            <a:chOff x="190005" y="980487"/>
            <a:chExt cx="5369547" cy="1703189"/>
          </a:xfrm>
        </p:grpSpPr>
        <p:sp>
          <p:nvSpPr>
            <p:cNvPr id="6" name="テキスト ボックス 5"/>
            <p:cNvSpPr txBox="1"/>
            <p:nvPr/>
          </p:nvSpPr>
          <p:spPr>
            <a:xfrm>
              <a:off x="190005" y="980487"/>
              <a:ext cx="5003787" cy="523220"/>
            </a:xfrm>
            <a:prstGeom prst="rect">
              <a:avLst/>
            </a:prstGeom>
            <a:noFill/>
          </p:spPr>
          <p:txBody>
            <a:bodyPr wrap="square" rtlCol="0">
              <a:spAutoFit/>
            </a:bodyPr>
            <a:lstStyle/>
            <a:p>
              <a:r>
                <a:rPr lang="ja-JP" altLang="en-US" sz="2800" b="1" dirty="0"/>
                <a:t>スライム</a:t>
              </a:r>
              <a:r>
                <a:rPr lang="ja-JP" altLang="en-US" sz="2800" dirty="0"/>
                <a:t>　：　一番弱い敵</a:t>
              </a:r>
              <a:endParaRPr lang="en-US" altLang="ja-JP" sz="2800" dirty="0"/>
            </a:p>
          </p:txBody>
        </p:sp>
        <p:pic>
          <p:nvPicPr>
            <p:cNvPr id="2" name="図 1"/>
            <p:cNvPicPr>
              <a:picLocks noChangeAspect="1"/>
            </p:cNvPicPr>
            <p:nvPr/>
          </p:nvPicPr>
          <p:blipFill>
            <a:blip r:embed="rId2"/>
            <a:stretch>
              <a:fillRect/>
            </a:stretch>
          </p:blipFill>
          <p:spPr>
            <a:xfrm>
              <a:off x="291583" y="1501555"/>
              <a:ext cx="1530160" cy="1182121"/>
            </a:xfrm>
            <a:prstGeom prst="rect">
              <a:avLst/>
            </a:prstGeom>
          </p:spPr>
        </p:pic>
        <p:sp>
          <p:nvSpPr>
            <p:cNvPr id="11" name="テキスト ボックス 10"/>
            <p:cNvSpPr txBox="1"/>
            <p:nvPr/>
          </p:nvSpPr>
          <p:spPr>
            <a:xfrm>
              <a:off x="2691898" y="1503707"/>
              <a:ext cx="2867654" cy="954107"/>
            </a:xfrm>
            <a:prstGeom prst="rect">
              <a:avLst/>
            </a:prstGeom>
            <a:solidFill>
              <a:schemeClr val="bg1"/>
            </a:solidFill>
          </p:spPr>
          <p:txBody>
            <a:bodyPr wrap="square" rtlCol="0">
              <a:spAutoFit/>
            </a:bodyPr>
            <a:lstStyle/>
            <a:p>
              <a:r>
                <a:rPr lang="ja-JP" altLang="en-US" sz="2800" dirty="0"/>
                <a:t>攻撃力</a:t>
              </a:r>
              <a:r>
                <a:rPr lang="en-US" altLang="ja-JP" sz="2800" dirty="0"/>
                <a:t>:</a:t>
              </a:r>
              <a:r>
                <a:rPr lang="ja-JP" altLang="en-US" sz="2800" dirty="0"/>
                <a:t>　</a:t>
              </a:r>
              <a:r>
                <a:rPr lang="en-US" altLang="ja-JP" sz="2800" dirty="0"/>
                <a:t>2</a:t>
              </a:r>
            </a:p>
            <a:p>
              <a:r>
                <a:rPr lang="ja-JP" altLang="en-US" sz="2800" dirty="0"/>
                <a:t>体力   </a:t>
              </a:r>
              <a:r>
                <a:rPr lang="en-US" altLang="ja-JP" sz="2800" dirty="0"/>
                <a:t> : 10</a:t>
              </a:r>
            </a:p>
          </p:txBody>
        </p:sp>
      </p:grpSp>
      <p:grpSp>
        <p:nvGrpSpPr>
          <p:cNvPr id="5" name="グループ化 4">
            <a:extLst>
              <a:ext uri="{FF2B5EF4-FFF2-40B4-BE49-F238E27FC236}">
                <a16:creationId xmlns:a16="http://schemas.microsoft.com/office/drawing/2014/main" id="{C2DABE8C-D00E-B321-4D4A-47F60EA6D574}"/>
              </a:ext>
            </a:extLst>
          </p:cNvPr>
          <p:cNvGrpSpPr/>
          <p:nvPr/>
        </p:nvGrpSpPr>
        <p:grpSpPr>
          <a:xfrm>
            <a:off x="190005" y="2818149"/>
            <a:ext cx="8825979" cy="1705342"/>
            <a:chOff x="190005" y="2691013"/>
            <a:chExt cx="8825979" cy="1705342"/>
          </a:xfrm>
        </p:grpSpPr>
        <p:sp>
          <p:nvSpPr>
            <p:cNvPr id="7" name="テキスト ボックス 6"/>
            <p:cNvSpPr txBox="1"/>
            <p:nvPr/>
          </p:nvSpPr>
          <p:spPr>
            <a:xfrm>
              <a:off x="190005" y="2691013"/>
              <a:ext cx="8825979" cy="523220"/>
            </a:xfrm>
            <a:prstGeom prst="rect">
              <a:avLst/>
            </a:prstGeom>
            <a:noFill/>
          </p:spPr>
          <p:txBody>
            <a:bodyPr wrap="square" rtlCol="0">
              <a:spAutoFit/>
            </a:bodyPr>
            <a:lstStyle/>
            <a:p>
              <a:r>
                <a:rPr lang="ja-JP" altLang="en-US" sz="2800" b="1" dirty="0"/>
                <a:t>コウモリ</a:t>
              </a:r>
              <a:r>
                <a:rPr lang="ja-JP" altLang="en-US" sz="2800" dirty="0"/>
                <a:t>　：　プレイヤーの方向にジャンプしてくる</a:t>
              </a:r>
              <a:endParaRPr lang="en-US" altLang="ja-JP" sz="2800" dirty="0"/>
            </a:p>
          </p:txBody>
        </p:sp>
        <p:pic>
          <p:nvPicPr>
            <p:cNvPr id="8" name="図 7"/>
            <p:cNvPicPr>
              <a:picLocks noChangeAspect="1"/>
            </p:cNvPicPr>
            <p:nvPr/>
          </p:nvPicPr>
          <p:blipFill>
            <a:blip r:embed="rId3"/>
            <a:stretch>
              <a:fillRect/>
            </a:stretch>
          </p:blipFill>
          <p:spPr>
            <a:xfrm>
              <a:off x="291583" y="3214233"/>
              <a:ext cx="1599137" cy="1182122"/>
            </a:xfrm>
            <a:prstGeom prst="rect">
              <a:avLst/>
            </a:prstGeom>
          </p:spPr>
        </p:pic>
        <p:sp>
          <p:nvSpPr>
            <p:cNvPr id="12" name="テキスト ボックス 11"/>
            <p:cNvSpPr txBox="1"/>
            <p:nvPr/>
          </p:nvSpPr>
          <p:spPr>
            <a:xfrm>
              <a:off x="2691898" y="3214233"/>
              <a:ext cx="2867654" cy="954107"/>
            </a:xfrm>
            <a:prstGeom prst="rect">
              <a:avLst/>
            </a:prstGeom>
            <a:solidFill>
              <a:schemeClr val="bg1"/>
            </a:solidFill>
          </p:spPr>
          <p:txBody>
            <a:bodyPr wrap="square" rtlCol="0">
              <a:spAutoFit/>
            </a:bodyPr>
            <a:lstStyle/>
            <a:p>
              <a:r>
                <a:rPr lang="ja-JP" altLang="en-US" sz="2800" dirty="0"/>
                <a:t>攻撃力</a:t>
              </a:r>
              <a:r>
                <a:rPr lang="en-US" altLang="ja-JP" sz="2800" dirty="0"/>
                <a:t>:</a:t>
              </a:r>
              <a:r>
                <a:rPr lang="ja-JP" altLang="en-US" sz="2800" dirty="0"/>
                <a:t>　</a:t>
              </a:r>
              <a:r>
                <a:rPr lang="en-US" altLang="ja-JP" sz="2800" dirty="0"/>
                <a:t>5</a:t>
              </a:r>
            </a:p>
            <a:p>
              <a:r>
                <a:rPr lang="ja-JP" altLang="en-US" sz="2800" dirty="0"/>
                <a:t>体力   </a:t>
              </a:r>
              <a:r>
                <a:rPr lang="en-US" altLang="ja-JP" sz="2800" dirty="0"/>
                <a:t> : 15</a:t>
              </a:r>
            </a:p>
          </p:txBody>
        </p:sp>
      </p:grpSp>
      <p:grpSp>
        <p:nvGrpSpPr>
          <p:cNvPr id="3" name="グループ化 2">
            <a:extLst>
              <a:ext uri="{FF2B5EF4-FFF2-40B4-BE49-F238E27FC236}">
                <a16:creationId xmlns:a16="http://schemas.microsoft.com/office/drawing/2014/main" id="{0DD30DFA-663A-780D-0840-270ACCABF913}"/>
              </a:ext>
            </a:extLst>
          </p:cNvPr>
          <p:cNvGrpSpPr/>
          <p:nvPr/>
        </p:nvGrpSpPr>
        <p:grpSpPr>
          <a:xfrm>
            <a:off x="291583" y="4655811"/>
            <a:ext cx="8825979" cy="1704747"/>
            <a:chOff x="291583" y="4657965"/>
            <a:chExt cx="8825979" cy="1704747"/>
          </a:xfrm>
        </p:grpSpPr>
        <p:sp>
          <p:nvSpPr>
            <p:cNvPr id="9" name="テキスト ボックス 8"/>
            <p:cNvSpPr txBox="1"/>
            <p:nvPr/>
          </p:nvSpPr>
          <p:spPr>
            <a:xfrm>
              <a:off x="291583" y="4657965"/>
              <a:ext cx="8825979" cy="523220"/>
            </a:xfrm>
            <a:prstGeom prst="rect">
              <a:avLst/>
            </a:prstGeom>
            <a:noFill/>
          </p:spPr>
          <p:txBody>
            <a:bodyPr wrap="square" rtlCol="0">
              <a:spAutoFit/>
            </a:bodyPr>
            <a:lstStyle/>
            <a:p>
              <a:r>
                <a:rPr lang="ja-JP" altLang="en-US" sz="2800" b="1" dirty="0"/>
                <a:t>オオカミ</a:t>
              </a:r>
              <a:r>
                <a:rPr lang="ja-JP" altLang="en-US" sz="2800" dirty="0"/>
                <a:t>　：　突進してくる。体力が多い。</a:t>
              </a:r>
              <a:endParaRPr lang="en-US" altLang="ja-JP" sz="2800" dirty="0"/>
            </a:p>
          </p:txBody>
        </p:sp>
        <p:pic>
          <p:nvPicPr>
            <p:cNvPr id="10" name="図 9"/>
            <p:cNvPicPr>
              <a:picLocks noChangeAspect="1"/>
            </p:cNvPicPr>
            <p:nvPr/>
          </p:nvPicPr>
          <p:blipFill>
            <a:blip r:embed="rId4"/>
            <a:stretch>
              <a:fillRect/>
            </a:stretch>
          </p:blipFill>
          <p:spPr>
            <a:xfrm>
              <a:off x="291583" y="5181185"/>
              <a:ext cx="1599137" cy="1181527"/>
            </a:xfrm>
            <a:prstGeom prst="rect">
              <a:avLst/>
            </a:prstGeom>
          </p:spPr>
        </p:pic>
        <p:sp>
          <p:nvSpPr>
            <p:cNvPr id="13" name="テキスト ボックス 12"/>
            <p:cNvSpPr txBox="1"/>
            <p:nvPr/>
          </p:nvSpPr>
          <p:spPr>
            <a:xfrm>
              <a:off x="2691898" y="5175608"/>
              <a:ext cx="2867654" cy="954107"/>
            </a:xfrm>
            <a:prstGeom prst="rect">
              <a:avLst/>
            </a:prstGeom>
            <a:solidFill>
              <a:schemeClr val="bg1"/>
            </a:solidFill>
          </p:spPr>
          <p:txBody>
            <a:bodyPr wrap="square" rtlCol="0">
              <a:spAutoFit/>
            </a:bodyPr>
            <a:lstStyle/>
            <a:p>
              <a:r>
                <a:rPr lang="ja-JP" altLang="en-US" sz="2800" dirty="0"/>
                <a:t>攻撃力</a:t>
              </a:r>
              <a:r>
                <a:rPr lang="en-US" altLang="ja-JP" sz="2800" dirty="0"/>
                <a:t>:</a:t>
              </a:r>
              <a:r>
                <a:rPr lang="ja-JP" altLang="en-US" sz="2800" dirty="0"/>
                <a:t>　</a:t>
              </a:r>
              <a:r>
                <a:rPr lang="en-US" altLang="ja-JP" sz="2800" dirty="0"/>
                <a:t>7</a:t>
              </a:r>
            </a:p>
            <a:p>
              <a:r>
                <a:rPr lang="ja-JP" altLang="en-US" sz="2800" dirty="0"/>
                <a:t>体力   </a:t>
              </a:r>
              <a:r>
                <a:rPr lang="en-US" altLang="ja-JP" sz="2800" dirty="0"/>
                <a:t> : 35</a:t>
              </a:r>
            </a:p>
          </p:txBody>
        </p:sp>
      </p:grpSp>
    </p:spTree>
    <p:extLst>
      <p:ext uri="{BB962C8B-B14F-4D97-AF65-F5344CB8AC3E}">
        <p14:creationId xmlns:p14="http://schemas.microsoft.com/office/powerpoint/2010/main" val="358564915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p:cNvSpPr txBox="1"/>
          <p:nvPr/>
        </p:nvSpPr>
        <p:spPr>
          <a:xfrm>
            <a:off x="190005" y="142504"/>
            <a:ext cx="3863011" cy="769441"/>
          </a:xfrm>
          <a:prstGeom prst="rect">
            <a:avLst/>
          </a:prstGeom>
          <a:noFill/>
          <a:ln>
            <a:solidFill>
              <a:schemeClr val="tx1"/>
            </a:solidFill>
          </a:ln>
        </p:spPr>
        <p:txBody>
          <a:bodyPr wrap="square" rtlCol="0">
            <a:spAutoFit/>
          </a:bodyPr>
          <a:lstStyle/>
          <a:p>
            <a:r>
              <a:rPr kumimoji="1" lang="ja-JP" altLang="en-US" sz="4400" dirty="0"/>
              <a:t>ギミック例</a:t>
            </a:r>
          </a:p>
        </p:txBody>
      </p:sp>
      <p:pic>
        <p:nvPicPr>
          <p:cNvPr id="2" name="図 1"/>
          <p:cNvPicPr>
            <a:picLocks noChangeAspect="1"/>
          </p:cNvPicPr>
          <p:nvPr/>
        </p:nvPicPr>
        <p:blipFill>
          <a:blip r:embed="rId2"/>
          <a:stretch>
            <a:fillRect/>
          </a:stretch>
        </p:blipFill>
        <p:spPr>
          <a:xfrm>
            <a:off x="959549" y="1027484"/>
            <a:ext cx="3748252" cy="2337984"/>
          </a:xfrm>
          <a:prstGeom prst="rect">
            <a:avLst/>
          </a:prstGeom>
        </p:spPr>
      </p:pic>
      <p:pic>
        <p:nvPicPr>
          <p:cNvPr id="3" name="図 2"/>
          <p:cNvPicPr>
            <a:picLocks noChangeAspect="1"/>
          </p:cNvPicPr>
          <p:nvPr/>
        </p:nvPicPr>
        <p:blipFill>
          <a:blip r:embed="rId3"/>
          <a:stretch>
            <a:fillRect/>
          </a:stretch>
        </p:blipFill>
        <p:spPr>
          <a:xfrm>
            <a:off x="6739499" y="1027426"/>
            <a:ext cx="4492951" cy="2326853"/>
          </a:xfrm>
          <a:prstGeom prst="rect">
            <a:avLst/>
          </a:prstGeom>
        </p:spPr>
      </p:pic>
      <p:pic>
        <p:nvPicPr>
          <p:cNvPr id="6" name="図 5"/>
          <p:cNvPicPr>
            <a:picLocks noChangeAspect="1"/>
          </p:cNvPicPr>
          <p:nvPr/>
        </p:nvPicPr>
        <p:blipFill>
          <a:blip r:embed="rId4"/>
          <a:stretch>
            <a:fillRect/>
          </a:stretch>
        </p:blipFill>
        <p:spPr>
          <a:xfrm>
            <a:off x="959549" y="4029010"/>
            <a:ext cx="3748252" cy="1920008"/>
          </a:xfrm>
          <a:prstGeom prst="rect">
            <a:avLst/>
          </a:prstGeom>
        </p:spPr>
      </p:pic>
      <p:pic>
        <p:nvPicPr>
          <p:cNvPr id="7" name="図 6"/>
          <p:cNvPicPr>
            <a:picLocks noChangeAspect="1"/>
          </p:cNvPicPr>
          <p:nvPr/>
        </p:nvPicPr>
        <p:blipFill>
          <a:blip r:embed="rId5"/>
          <a:stretch>
            <a:fillRect/>
          </a:stretch>
        </p:blipFill>
        <p:spPr>
          <a:xfrm>
            <a:off x="8026017" y="4024418"/>
            <a:ext cx="2040512" cy="1905838"/>
          </a:xfrm>
          <a:prstGeom prst="rect">
            <a:avLst/>
          </a:prstGeom>
        </p:spPr>
      </p:pic>
      <p:sp>
        <p:nvSpPr>
          <p:cNvPr id="8" name="正方形/長方形 7"/>
          <p:cNvSpPr/>
          <p:nvPr/>
        </p:nvSpPr>
        <p:spPr>
          <a:xfrm>
            <a:off x="407287" y="3360198"/>
            <a:ext cx="5045213" cy="646331"/>
          </a:xfrm>
          <a:prstGeom prst="rect">
            <a:avLst/>
          </a:prstGeom>
        </p:spPr>
        <p:txBody>
          <a:bodyPr wrap="square">
            <a:spAutoFit/>
          </a:bodyPr>
          <a:lstStyle/>
          <a:p>
            <a:pPr algn="ctr"/>
            <a:r>
              <a:rPr lang="ja-JP" altLang="en-US" b="1" dirty="0"/>
              <a:t>・蔓に覆われた壁</a:t>
            </a:r>
            <a:endParaRPr lang="en-US" altLang="ja-JP" b="1" dirty="0"/>
          </a:p>
          <a:p>
            <a:pPr algn="ctr"/>
            <a:r>
              <a:rPr lang="ja-JP" altLang="en-US" dirty="0"/>
              <a:t>マップ内に落ちている松明を使用して通れる。</a:t>
            </a:r>
            <a:endParaRPr lang="en-US" altLang="ja-JP" dirty="0"/>
          </a:p>
        </p:txBody>
      </p:sp>
      <p:sp>
        <p:nvSpPr>
          <p:cNvPr id="9" name="正方形/長方形 8"/>
          <p:cNvSpPr/>
          <p:nvPr/>
        </p:nvSpPr>
        <p:spPr>
          <a:xfrm>
            <a:off x="6661094" y="3354279"/>
            <a:ext cx="4649759" cy="646331"/>
          </a:xfrm>
          <a:prstGeom prst="rect">
            <a:avLst/>
          </a:prstGeom>
        </p:spPr>
        <p:txBody>
          <a:bodyPr wrap="square">
            <a:spAutoFit/>
          </a:bodyPr>
          <a:lstStyle/>
          <a:p>
            <a:pPr algn="ctr"/>
            <a:r>
              <a:rPr lang="ja-JP" altLang="en-US" b="1" dirty="0"/>
              <a:t>・湖、溶岩</a:t>
            </a:r>
            <a:endParaRPr lang="en-US" altLang="ja-JP" b="1" dirty="0"/>
          </a:p>
          <a:p>
            <a:pPr algn="ctr"/>
            <a:r>
              <a:rPr lang="ja-JP" altLang="en-US" dirty="0"/>
              <a:t>落ちてしまうとセーブポイントに戻される。</a:t>
            </a:r>
            <a:endParaRPr lang="en-US" altLang="ja-JP" dirty="0"/>
          </a:p>
        </p:txBody>
      </p:sp>
      <p:sp>
        <p:nvSpPr>
          <p:cNvPr id="10" name="正方形/長方形 9"/>
          <p:cNvSpPr/>
          <p:nvPr/>
        </p:nvSpPr>
        <p:spPr>
          <a:xfrm>
            <a:off x="1055768" y="5949018"/>
            <a:ext cx="3748252" cy="646331"/>
          </a:xfrm>
          <a:prstGeom prst="rect">
            <a:avLst/>
          </a:prstGeom>
        </p:spPr>
        <p:txBody>
          <a:bodyPr wrap="square">
            <a:spAutoFit/>
          </a:bodyPr>
          <a:lstStyle/>
          <a:p>
            <a:pPr algn="ctr"/>
            <a:r>
              <a:rPr lang="ja-JP" altLang="en-US" b="1" dirty="0"/>
              <a:t>・移動する床</a:t>
            </a:r>
            <a:endParaRPr lang="en-US" altLang="ja-JP" b="1" dirty="0"/>
          </a:p>
          <a:p>
            <a:pPr algn="ctr"/>
            <a:r>
              <a:rPr lang="ja-JP" altLang="en-US" dirty="0"/>
              <a:t>高所に移動したり、崖を移動する</a:t>
            </a:r>
            <a:endParaRPr lang="en-US" altLang="ja-JP" dirty="0"/>
          </a:p>
        </p:txBody>
      </p:sp>
      <p:sp>
        <p:nvSpPr>
          <p:cNvPr id="11" name="正方形/長方形 10"/>
          <p:cNvSpPr/>
          <p:nvPr/>
        </p:nvSpPr>
        <p:spPr>
          <a:xfrm>
            <a:off x="7549373" y="5930256"/>
            <a:ext cx="3030011" cy="646331"/>
          </a:xfrm>
          <a:prstGeom prst="rect">
            <a:avLst/>
          </a:prstGeom>
        </p:spPr>
        <p:txBody>
          <a:bodyPr wrap="square">
            <a:spAutoFit/>
          </a:bodyPr>
          <a:lstStyle/>
          <a:p>
            <a:r>
              <a:rPr lang="ja-JP" altLang="en-US" b="1" dirty="0"/>
              <a:t>・破壊できる木箱、水晶</a:t>
            </a:r>
            <a:endParaRPr lang="en-US" altLang="ja-JP" b="1" dirty="0"/>
          </a:p>
          <a:p>
            <a:r>
              <a:rPr lang="ja-JP" altLang="en-US" dirty="0"/>
              <a:t>攻撃することで破壊できる</a:t>
            </a:r>
            <a:endParaRPr lang="en-US" altLang="ja-JP" dirty="0"/>
          </a:p>
        </p:txBody>
      </p:sp>
    </p:spTree>
    <p:extLst>
      <p:ext uri="{BB962C8B-B14F-4D97-AF65-F5344CB8AC3E}">
        <p14:creationId xmlns:p14="http://schemas.microsoft.com/office/powerpoint/2010/main" val="739810091"/>
      </p:ext>
    </p:extLst>
  </p:cSld>
  <p:clrMapOvr>
    <a:masterClrMapping/>
  </p:clrMapOvr>
</p:sld>
</file>

<file path=ppt/theme/theme1.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448</TotalTime>
  <Words>250</Words>
  <Application>Microsoft Office PowerPoint</Application>
  <PresentationFormat>ワイド画面</PresentationFormat>
  <Paragraphs>57</Paragraphs>
  <Slides>7</Slides>
  <Notes>0</Notes>
  <HiddenSlides>0</HiddenSlides>
  <MMClips>0</MMClips>
  <ScaleCrop>false</ScaleCrop>
  <HeadingPairs>
    <vt:vector size="6" baseType="variant">
      <vt:variant>
        <vt:lpstr>使用されているフォント</vt:lpstr>
      </vt:variant>
      <vt:variant>
        <vt:i4>3</vt:i4>
      </vt:variant>
      <vt:variant>
        <vt:lpstr>テーマ</vt:lpstr>
      </vt:variant>
      <vt:variant>
        <vt:i4>1</vt:i4>
      </vt:variant>
      <vt:variant>
        <vt:lpstr>スライド タイトル</vt:lpstr>
      </vt:variant>
      <vt:variant>
        <vt:i4>7</vt:i4>
      </vt:variant>
    </vt:vector>
  </HeadingPairs>
  <TitlesOfParts>
    <vt:vector size="11" baseType="lpstr">
      <vt:lpstr>游ゴシック</vt:lpstr>
      <vt:lpstr>游ゴシック Light</vt:lpstr>
      <vt:lpstr>Arial</vt:lpstr>
      <vt:lpstr>Office テーマ</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帰宅RPG</dc:title>
  <dc:creator>GA2B</dc:creator>
  <cp:lastModifiedBy>拓実 河野</cp:lastModifiedBy>
  <cp:revision>73</cp:revision>
  <dcterms:created xsi:type="dcterms:W3CDTF">2025-10-05T23:52:26Z</dcterms:created>
  <dcterms:modified xsi:type="dcterms:W3CDTF">2025-12-13T03:09:39Z</dcterms:modified>
</cp:coreProperties>
</file>