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5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5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53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36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04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55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5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145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87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212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101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460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2599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742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1511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050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186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06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F99FBB3-76A5-4B60-BF62-179EE3A79E5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A93043B-4410-4280-830F-097E9ABA65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244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8585" y="5564822"/>
            <a:ext cx="2594760" cy="441510"/>
          </a:xfrm>
        </p:spPr>
        <p:txBody>
          <a:bodyPr>
            <a:noAutofit/>
          </a:bodyPr>
          <a:lstStyle/>
          <a:p>
            <a:r>
              <a:rPr kumimoji="1" lang="ja-JP" altLang="en-US" sz="3200" dirty="0" smtClean="0">
                <a:solidFill>
                  <a:schemeClr val="tx1">
                    <a:lumMod val="85000"/>
                  </a:schemeClr>
                </a:solidFill>
              </a:rPr>
              <a:t>河野　拓実</a:t>
            </a:r>
            <a:r>
              <a:rPr lang="ja-JP" altLang="en-US" sz="3200" dirty="0">
                <a:solidFill>
                  <a:schemeClr val="tx1">
                    <a:lumMod val="85000"/>
                  </a:schemeClr>
                </a:solidFill>
              </a:rPr>
              <a:t>　</a:t>
            </a:r>
            <a:endParaRPr lang="en-US" altLang="ja-JP" sz="3200" dirty="0" smtClean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ja-JP" altLang="en-US" sz="3200" dirty="0" smtClean="0">
                <a:solidFill>
                  <a:schemeClr val="tx1">
                    <a:lumMod val="85000"/>
                  </a:schemeClr>
                </a:solidFill>
              </a:rPr>
              <a:t>江川　彰馬</a:t>
            </a:r>
            <a:endParaRPr kumimoji="1" lang="ja-JP" altLang="en-US" sz="32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10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0005" y="142504"/>
            <a:ext cx="3218213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4400" dirty="0" smtClean="0"/>
              <a:t>ゲーム概要</a:t>
            </a:r>
            <a:endParaRPr kumimoji="1" lang="ja-JP" altLang="en-US" sz="4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005" y="1062681"/>
            <a:ext cx="113882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ジャンル　：　</a:t>
            </a:r>
            <a:r>
              <a:rPr lang="ja-JP" altLang="en-US" sz="2800" dirty="0" smtClean="0"/>
              <a:t>アクションゲーム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使用エンジン　 </a:t>
            </a:r>
            <a:r>
              <a:rPr kumimoji="1" lang="en-US" altLang="ja-JP" sz="2800" dirty="0" smtClean="0"/>
              <a:t>:</a:t>
            </a:r>
            <a:r>
              <a:rPr kumimoji="1" lang="ja-JP" altLang="en-US" sz="2800" dirty="0" smtClean="0"/>
              <a:t>　</a:t>
            </a:r>
            <a:r>
              <a:rPr lang="en-US" altLang="ja-JP" sz="2800" dirty="0" err="1" smtClean="0"/>
              <a:t>UnrealEngine</a:t>
            </a:r>
            <a:r>
              <a:rPr lang="ja-JP" altLang="en-US" sz="2800" dirty="0" smtClean="0"/>
              <a:t>５</a:t>
            </a:r>
            <a:endParaRPr kumimoji="1" lang="en-US" altLang="ja-JP" sz="2800" dirty="0" smtClean="0"/>
          </a:p>
          <a:p>
            <a:endParaRPr lang="en-US" altLang="ja-JP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0005" y="2280062"/>
            <a:ext cx="2600696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400" dirty="0" smtClean="0"/>
              <a:t>操作方法</a:t>
            </a:r>
            <a:endParaRPr kumimoji="1" lang="ja-JP" altLang="en-US" sz="4400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357249" y="3132409"/>
            <a:ext cx="2266207" cy="1065296"/>
            <a:chOff x="134588" y="1229097"/>
            <a:chExt cx="2266207" cy="1065296"/>
          </a:xfrm>
        </p:grpSpPr>
        <p:sp>
          <p:nvSpPr>
            <p:cNvPr id="8" name="正方形/長方形 7"/>
            <p:cNvSpPr/>
            <p:nvPr/>
          </p:nvSpPr>
          <p:spPr>
            <a:xfrm>
              <a:off x="914401" y="1229097"/>
              <a:ext cx="706581" cy="4987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/>
                <a:t>W</a:t>
              </a:r>
              <a:endParaRPr kumimoji="1" lang="ja-JP" altLang="en-US" dirty="0"/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914401" y="1795630"/>
              <a:ext cx="706581" cy="4987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S</a:t>
              </a:r>
              <a:endParaRPr kumimoji="1" lang="ja-JP" altLang="en-US" dirty="0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134588" y="1795629"/>
              <a:ext cx="706581" cy="4987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smtClean="0"/>
                <a:t>A</a:t>
              </a:r>
              <a:endParaRPr kumimoji="1" lang="ja-JP" altLang="en-US" dirty="0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1694214" y="1795629"/>
              <a:ext cx="706581" cy="4987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D</a:t>
              </a:r>
              <a:endParaRPr kumimoji="1" lang="ja-JP" altLang="en-US" dirty="0"/>
            </a:p>
          </p:txBody>
        </p:sp>
      </p:grpSp>
      <p:sp>
        <p:nvSpPr>
          <p:cNvPr id="12" name="テキスト ボックス 11"/>
          <p:cNvSpPr txBox="1"/>
          <p:nvPr/>
        </p:nvSpPr>
        <p:spPr>
          <a:xfrm>
            <a:off x="2790701" y="3453947"/>
            <a:ext cx="4631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・・・　移動</a:t>
            </a:r>
            <a:endParaRPr kumimoji="1" lang="ja-JP" altLang="en-US" sz="3200" dirty="0"/>
          </a:p>
        </p:txBody>
      </p:sp>
      <p:sp>
        <p:nvSpPr>
          <p:cNvPr id="13" name="正方形/長方形 12"/>
          <p:cNvSpPr/>
          <p:nvPr/>
        </p:nvSpPr>
        <p:spPr>
          <a:xfrm>
            <a:off x="710539" y="4463665"/>
            <a:ext cx="1684315" cy="4987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SPACE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790700" y="4506734"/>
            <a:ext cx="4631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・・・　ジャンプ</a:t>
            </a:r>
            <a:endParaRPr kumimoji="1" lang="ja-JP" altLang="en-US" sz="3200" dirty="0"/>
          </a:p>
        </p:txBody>
      </p:sp>
      <p:pic>
        <p:nvPicPr>
          <p:cNvPr id="15" name="Picture 2" descr="https://www.bing.com/th/id/OIP.CesL4vwWjegbtFgb74ZG0QHaHa?w=195&amp;h=211&amp;c=8&amp;rs=1&amp;qlt=90&amp;o=6&amp;cb=12&amp;dpr=1.5&amp;pid=3.1&amp;rm=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35" y="5172844"/>
            <a:ext cx="1112322" cy="120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/>
          <p:cNvSpPr txBox="1"/>
          <p:nvPr/>
        </p:nvSpPr>
        <p:spPr>
          <a:xfrm>
            <a:off x="2790699" y="5559521"/>
            <a:ext cx="4631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・・・　攻撃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2859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0005" y="142504"/>
            <a:ext cx="3863011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400" dirty="0" smtClean="0"/>
              <a:t>ゲームの流れ</a:t>
            </a:r>
            <a:endParaRPr kumimoji="1" lang="ja-JP" altLang="en-US" sz="4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3508" y="1000898"/>
            <a:ext cx="113882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・プレイヤーは危険な敵やギミックを攻略しながら自分の家を</a:t>
            </a:r>
            <a:r>
              <a:rPr lang="ja-JP" altLang="en-US" sz="2800" dirty="0" smtClean="0"/>
              <a:t>目指す。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/>
              <a:t>・敵を倒すと薬草に経験値が入り</a:t>
            </a:r>
            <a:r>
              <a:rPr lang="ja-JP" altLang="en-US" sz="2800" dirty="0" smtClean="0"/>
              <a:t>、レベルアップ</a:t>
            </a:r>
            <a:r>
              <a:rPr lang="ja-JP" altLang="en-US" sz="2800" dirty="0" smtClean="0"/>
              <a:t>で攻撃力</a:t>
            </a:r>
            <a:r>
              <a:rPr lang="ja-JP" altLang="en-US" sz="2800" dirty="0" smtClean="0"/>
              <a:t>、</a:t>
            </a:r>
            <a:endParaRPr lang="en-US" altLang="ja-JP" sz="2800" dirty="0" smtClean="0"/>
          </a:p>
          <a:p>
            <a:r>
              <a:rPr lang="ja-JP" altLang="en-US" sz="2800" dirty="0" smtClean="0"/>
              <a:t>自然回復力、移動速度のどれか一つを強化できる。</a:t>
            </a:r>
            <a:endParaRPr lang="en-US" altLang="ja-JP" sz="2800" dirty="0"/>
          </a:p>
          <a:p>
            <a:r>
              <a:rPr lang="ja-JP" altLang="en-US" sz="2800" dirty="0"/>
              <a:t>　同じ効果を選ぶ</a:t>
            </a:r>
            <a:r>
              <a:rPr lang="ja-JP" altLang="en-US" sz="2800" dirty="0" smtClean="0"/>
              <a:t>と効果</a:t>
            </a:r>
            <a:r>
              <a:rPr lang="ja-JP" altLang="en-US" sz="2800" dirty="0" smtClean="0"/>
              <a:t>が強くなっていく。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 smtClean="0"/>
              <a:t>・ステータスによってはボスを一撃で倒すことも可能。</a:t>
            </a:r>
            <a:endParaRPr lang="en-US" altLang="ja-JP" sz="2800" dirty="0"/>
          </a:p>
        </p:txBody>
      </p:sp>
      <p:sp>
        <p:nvSpPr>
          <p:cNvPr id="3" name="右矢印 2"/>
          <p:cNvSpPr/>
          <p:nvPr/>
        </p:nvSpPr>
        <p:spPr>
          <a:xfrm>
            <a:off x="3147109" y="5536832"/>
            <a:ext cx="617516" cy="27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右矢印 14"/>
          <p:cNvSpPr/>
          <p:nvPr/>
        </p:nvSpPr>
        <p:spPr>
          <a:xfrm>
            <a:off x="6548073" y="5536832"/>
            <a:ext cx="617516" cy="27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右矢印 16"/>
          <p:cNvSpPr/>
          <p:nvPr/>
        </p:nvSpPr>
        <p:spPr>
          <a:xfrm>
            <a:off x="10069907" y="5523275"/>
            <a:ext cx="617516" cy="27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10702342" y="4649082"/>
            <a:ext cx="1225137" cy="202151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家</a:t>
            </a:r>
            <a:endParaRPr kumimoji="1" lang="en-US" altLang="ja-JP" dirty="0" smtClean="0"/>
          </a:p>
          <a:p>
            <a:pPr algn="ctr"/>
            <a:r>
              <a:rPr lang="ja-JP" altLang="en-US" dirty="0"/>
              <a:t>ゴール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19" y="4656283"/>
            <a:ext cx="2821190" cy="2034230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038585" y="4335890"/>
            <a:ext cx="156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森ステージ</a:t>
            </a:r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728" y="4651870"/>
            <a:ext cx="2799293" cy="2020381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4620919" y="4335890"/>
            <a:ext cx="156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洞窟</a:t>
            </a:r>
            <a:r>
              <a:rPr kumimoji="1" lang="ja-JP" altLang="en-US" dirty="0" smtClean="0"/>
              <a:t>ステージ</a:t>
            </a:r>
            <a:endParaRPr kumimoji="1" lang="ja-JP" altLang="en-US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044" y="4650733"/>
            <a:ext cx="2868356" cy="2021518"/>
          </a:xfrm>
          <a:prstGeom prst="rect">
            <a:avLst/>
          </a:prstGeom>
        </p:spPr>
      </p:pic>
      <p:sp>
        <p:nvSpPr>
          <p:cNvPr id="20" name="テキスト ボックス 19"/>
          <p:cNvSpPr txBox="1"/>
          <p:nvPr/>
        </p:nvSpPr>
        <p:spPr>
          <a:xfrm>
            <a:off x="7987199" y="4335890"/>
            <a:ext cx="156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山</a:t>
            </a:r>
            <a:r>
              <a:rPr kumimoji="1" lang="ja-JP" altLang="en-US" dirty="0" smtClean="0"/>
              <a:t>ステージ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081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0005" y="142504"/>
            <a:ext cx="6091923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出現する</a:t>
            </a:r>
            <a:r>
              <a:rPr lang="ja-JP" altLang="en-US" sz="4400" dirty="0" smtClean="0"/>
              <a:t>一部</a:t>
            </a:r>
            <a:r>
              <a:rPr lang="ja-JP" altLang="en-US" sz="4400" dirty="0" smtClean="0"/>
              <a:t>の敵</a:t>
            </a:r>
            <a:endParaRPr kumimoji="1" lang="ja-JP" altLang="en-US" sz="4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0005" y="1062681"/>
            <a:ext cx="5003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スライム</a:t>
            </a:r>
            <a:r>
              <a:rPr lang="ja-JP" altLang="en-US" sz="2800" dirty="0"/>
              <a:t>　</a:t>
            </a:r>
            <a:r>
              <a:rPr lang="ja-JP" altLang="en-US" sz="2800" dirty="0" smtClean="0"/>
              <a:t>：　一番弱い敵</a:t>
            </a:r>
            <a:endParaRPr lang="en-US" altLang="ja-JP" sz="2800" dirty="0" smtClean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2" y="1585901"/>
            <a:ext cx="1530160" cy="103604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90005" y="2623747"/>
            <a:ext cx="8825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コウモリ　</a:t>
            </a:r>
            <a:r>
              <a:rPr lang="ja-JP" altLang="en-US" sz="2800" dirty="0" smtClean="0"/>
              <a:t>：　プレイヤーの方向に</a:t>
            </a:r>
            <a:r>
              <a:rPr lang="ja-JP" altLang="en-US" sz="2800" dirty="0"/>
              <a:t>ジャンプ</a:t>
            </a:r>
            <a:r>
              <a:rPr lang="ja-JP" altLang="en-US" sz="2800" dirty="0" smtClean="0"/>
              <a:t>してくる</a:t>
            </a:r>
            <a:endParaRPr lang="en-US" altLang="ja-JP" sz="2800" dirty="0" smtClean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72" y="3153361"/>
            <a:ext cx="1599137" cy="1186781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326072" y="4387449"/>
            <a:ext cx="8825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オオカミ　</a:t>
            </a:r>
            <a:r>
              <a:rPr lang="ja-JP" altLang="en-US" sz="2800" dirty="0" smtClean="0"/>
              <a:t>：　突進してくる。体力が多い。</a:t>
            </a:r>
            <a:endParaRPr lang="en-US" altLang="ja-JP" sz="2800" dirty="0" smtClean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72" y="4910669"/>
            <a:ext cx="1786192" cy="170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4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0005" y="142504"/>
            <a:ext cx="3863011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4400" dirty="0" smtClean="0"/>
              <a:t>ギミック例</a:t>
            </a:r>
            <a:endParaRPr kumimoji="1" lang="ja-JP" altLang="en-US" sz="4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3508" y="1000898"/>
            <a:ext cx="113882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・蔓に覆われた壁</a:t>
            </a:r>
            <a:endParaRPr lang="en-US" altLang="ja-JP" sz="2800" dirty="0" smtClean="0"/>
          </a:p>
          <a:p>
            <a:r>
              <a:rPr lang="ja-JP" altLang="en-US" sz="2800" dirty="0" smtClean="0"/>
              <a:t>マップ内に落ちている松明を使用して通れるようにする。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 smtClean="0"/>
              <a:t>・湖、溶岩</a:t>
            </a:r>
            <a:endParaRPr lang="en-US" altLang="ja-JP" sz="2800" dirty="0" smtClean="0"/>
          </a:p>
          <a:p>
            <a:r>
              <a:rPr lang="ja-JP" altLang="en-US" sz="2800" dirty="0" smtClean="0"/>
              <a:t>落ちてしまう</a:t>
            </a:r>
            <a:r>
              <a:rPr lang="ja-JP" altLang="en-US" sz="2800" dirty="0" smtClean="0"/>
              <a:t>と</a:t>
            </a:r>
            <a:r>
              <a:rPr lang="ja-JP" altLang="en-US" sz="2800" dirty="0"/>
              <a:t>セーブポイント</a:t>
            </a:r>
            <a:r>
              <a:rPr lang="ja-JP" altLang="en-US" sz="2800" dirty="0" smtClean="0"/>
              <a:t>に</a:t>
            </a:r>
            <a:r>
              <a:rPr lang="ja-JP" altLang="en-US" sz="2800" dirty="0" smtClean="0"/>
              <a:t>戻される。</a:t>
            </a:r>
            <a:endParaRPr lang="en-US" altLang="ja-JP" sz="2800" dirty="0" smtClean="0"/>
          </a:p>
          <a:p>
            <a:endParaRPr lang="en-US" altLang="ja-JP" sz="2800" dirty="0"/>
          </a:p>
          <a:p>
            <a:r>
              <a:rPr lang="ja-JP" altLang="en-US" sz="2800" dirty="0" smtClean="0"/>
              <a:t>・移動する床</a:t>
            </a:r>
            <a:endParaRPr lang="en-US" altLang="ja-JP" sz="2800" dirty="0" smtClean="0"/>
          </a:p>
          <a:p>
            <a:r>
              <a:rPr lang="ja-JP" altLang="en-US" sz="2800" dirty="0" smtClean="0"/>
              <a:t>高所に移動したり、崖を移動する</a:t>
            </a:r>
            <a:endParaRPr lang="en-US" altLang="ja-JP" sz="2800" dirty="0" smtClean="0"/>
          </a:p>
          <a:p>
            <a:endParaRPr lang="en-US" altLang="ja-JP" sz="2800" dirty="0"/>
          </a:p>
          <a:p>
            <a:r>
              <a:rPr lang="ja-JP" altLang="en-US" sz="2800" dirty="0" smtClean="0"/>
              <a:t>・破壊できる木箱、水晶</a:t>
            </a:r>
            <a:endParaRPr lang="en-US" altLang="ja-JP" sz="2800" dirty="0" smtClean="0"/>
          </a:p>
          <a:p>
            <a:r>
              <a:rPr lang="ja-JP" altLang="en-US" sz="2800" dirty="0" smtClean="0"/>
              <a:t>攻撃することで破壊できる</a:t>
            </a:r>
            <a:endParaRPr lang="en-US" altLang="ja-JP" sz="2800" dirty="0" smtClean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68" y="577743"/>
            <a:ext cx="1842957" cy="1268421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708" y="2262911"/>
            <a:ext cx="2008696" cy="132514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570" y="3693882"/>
            <a:ext cx="1903020" cy="974805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14" y="4927859"/>
            <a:ext cx="1422148" cy="132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1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353</TotalTime>
  <Words>139</Words>
  <Application>Microsoft Office PowerPoint</Application>
  <PresentationFormat>ワイド画面</PresentationFormat>
  <Paragraphs>43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メイリオ</vt:lpstr>
      <vt:lpstr>Century Gothic</vt:lpstr>
      <vt:lpstr>Wingdings 3</vt:lpstr>
      <vt:lpstr>スライス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帰宅RPG</dc:title>
  <dc:creator>GA2B</dc:creator>
  <cp:lastModifiedBy>GA2B</cp:lastModifiedBy>
  <cp:revision>52</cp:revision>
  <dcterms:created xsi:type="dcterms:W3CDTF">2025-10-05T23:52:26Z</dcterms:created>
  <dcterms:modified xsi:type="dcterms:W3CDTF">2025-12-12T02:47:02Z</dcterms:modified>
</cp:coreProperties>
</file>