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sldIdLst>
    <p:sldId id="256" r:id="rId2"/>
    <p:sldId id="257" r:id="rId3"/>
    <p:sldId id="258" r:id="rId4"/>
    <p:sldId id="262" r:id="rId5"/>
    <p:sldId id="261" r:id="rId6"/>
    <p:sldId id="260" r:id="rId7"/>
    <p:sldId id="25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5E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90" d="100"/>
          <a:sy n="90" d="100"/>
        </p:scale>
        <p:origin x="4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50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53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336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7041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8558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52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145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877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212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6101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460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325999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742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1511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20505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1865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3063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244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  <p:sldLayoutId id="2147483801" r:id="rId15"/>
    <p:sldLayoutId id="2147483802" r:id="rId16"/>
    <p:sldLayoutId id="2147483803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8585" y="5564822"/>
            <a:ext cx="2594760" cy="1176220"/>
          </a:xfrm>
          <a:solidFill>
            <a:schemeClr val="bg1"/>
          </a:solidFill>
        </p:spPr>
        <p:txBody>
          <a:bodyPr>
            <a:noAutofit/>
          </a:bodyPr>
          <a:lstStyle/>
          <a:p>
            <a:r>
              <a:rPr kumimoji="1"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河野　拓実</a:t>
            </a:r>
            <a:r>
              <a:rPr lang="ja-JP" altLang="en-US" sz="3200" dirty="0">
                <a:solidFill>
                  <a:schemeClr val="tx1">
                    <a:lumMod val="85000"/>
                  </a:schemeClr>
                </a:solidFill>
              </a:rPr>
              <a:t>　</a:t>
            </a:r>
            <a:endParaRPr lang="en-US" altLang="ja-JP" sz="3200" dirty="0" smtClean="0">
              <a:solidFill>
                <a:schemeClr val="tx1">
                  <a:lumMod val="85000"/>
                </a:schemeClr>
              </a:solidFill>
            </a:endParaRPr>
          </a:p>
          <a:p>
            <a:r>
              <a:rPr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江川　彰馬</a:t>
            </a:r>
            <a:endParaRPr kumimoji="1" lang="ja-JP" altLang="en-US" sz="32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3103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218213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ゲーム概要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90005" y="1062681"/>
            <a:ext cx="113882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ジャンル　：　</a:t>
            </a:r>
            <a:r>
              <a:rPr lang="ja-JP" altLang="en-US" sz="2800" dirty="0" smtClean="0"/>
              <a:t>アクションゲーム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使用エンジン　 </a:t>
            </a:r>
            <a:r>
              <a:rPr kumimoji="1" lang="en-US" altLang="ja-JP" sz="2800" dirty="0" smtClean="0"/>
              <a:t>:</a:t>
            </a:r>
            <a:r>
              <a:rPr kumimoji="1" lang="ja-JP" altLang="en-US" sz="2800" dirty="0" smtClean="0"/>
              <a:t>　</a:t>
            </a:r>
            <a:r>
              <a:rPr lang="en-US" altLang="ja-JP" sz="2800" dirty="0" err="1" smtClean="0"/>
              <a:t>UnrealEngine</a:t>
            </a:r>
            <a:r>
              <a:rPr lang="ja-JP" altLang="en-US" sz="2800" dirty="0" smtClean="0"/>
              <a:t>５</a:t>
            </a:r>
            <a:endParaRPr kumimoji="1" lang="en-US" altLang="ja-JP" sz="2800" dirty="0" smtClean="0"/>
          </a:p>
          <a:p>
            <a:endParaRPr lang="en-US" altLang="ja-JP" sz="28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90005" y="2280062"/>
            <a:ext cx="2600696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操作方法</a:t>
            </a:r>
            <a:endParaRPr kumimoji="1" lang="ja-JP" altLang="en-US" sz="4400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57249" y="3132409"/>
            <a:ext cx="2266207" cy="1065296"/>
            <a:chOff x="134588" y="1229097"/>
            <a:chExt cx="2266207" cy="1065296"/>
          </a:xfrm>
        </p:grpSpPr>
        <p:sp>
          <p:nvSpPr>
            <p:cNvPr id="8" name="正方形/長方形 7"/>
            <p:cNvSpPr/>
            <p:nvPr/>
          </p:nvSpPr>
          <p:spPr>
            <a:xfrm>
              <a:off x="914401" y="1229097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W</a:t>
              </a:r>
              <a:endParaRPr kumimoji="1" lang="ja-JP" altLang="en-US" dirty="0"/>
            </a:p>
          </p:txBody>
        </p:sp>
        <p:sp>
          <p:nvSpPr>
            <p:cNvPr id="9" name="正方形/長方形 8"/>
            <p:cNvSpPr/>
            <p:nvPr/>
          </p:nvSpPr>
          <p:spPr>
            <a:xfrm>
              <a:off x="914401" y="1795630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S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134588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/>
                <a:t>A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1694214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D</a:t>
              </a:r>
              <a:endParaRPr kumimoji="1" lang="ja-JP" altLang="en-US" dirty="0"/>
            </a:p>
          </p:txBody>
        </p:sp>
      </p:grpSp>
      <p:sp>
        <p:nvSpPr>
          <p:cNvPr id="12" name="テキスト ボックス 11"/>
          <p:cNvSpPr txBox="1"/>
          <p:nvPr/>
        </p:nvSpPr>
        <p:spPr>
          <a:xfrm>
            <a:off x="2790701" y="3453947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移動</a:t>
            </a:r>
            <a:endParaRPr kumimoji="1" lang="ja-JP" altLang="en-US" sz="3200" dirty="0"/>
          </a:p>
        </p:txBody>
      </p:sp>
      <p:sp>
        <p:nvSpPr>
          <p:cNvPr id="13" name="正方形/長方形 12"/>
          <p:cNvSpPr/>
          <p:nvPr/>
        </p:nvSpPr>
        <p:spPr>
          <a:xfrm>
            <a:off x="710539" y="4463665"/>
            <a:ext cx="1684315" cy="4987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smtClean="0"/>
              <a:t>SPACE</a:t>
            </a:r>
            <a:endParaRPr kumimoji="1" lang="ja-JP" altLang="en-US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2790700" y="4506734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ジャンプ</a:t>
            </a:r>
            <a:endParaRPr kumimoji="1" lang="ja-JP" altLang="en-US" sz="3200" dirty="0"/>
          </a:p>
        </p:txBody>
      </p:sp>
      <p:pic>
        <p:nvPicPr>
          <p:cNvPr id="15" name="Picture 2" descr="https://www.bing.com/th/id/OIP.CesL4vwWjegbtFgb74ZG0QHaHa?w=195&amp;h=211&amp;c=8&amp;rs=1&amp;qlt=90&amp;o=6&amp;cb=12&amp;dpr=1.5&amp;pid=3.1&amp;rm=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535" y="5172844"/>
            <a:ext cx="1112322" cy="1203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/>
          <p:cNvSpPr txBox="1"/>
          <p:nvPr/>
        </p:nvSpPr>
        <p:spPr>
          <a:xfrm>
            <a:off x="2790699" y="5559521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攻撃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528597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ゲームの流れ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1138827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・プレイヤーは危険な敵やギミックを攻略</a:t>
            </a:r>
            <a:r>
              <a:rPr lang="ja-JP" altLang="en-US" sz="2800" dirty="0"/>
              <a:t>しながら自分の家に帰ることを</a:t>
            </a:r>
            <a:r>
              <a:rPr lang="ja-JP" altLang="en-US" sz="2800" dirty="0" smtClean="0"/>
              <a:t>目標にステージ</a:t>
            </a:r>
            <a:r>
              <a:rPr lang="ja-JP" altLang="en-US" sz="2800" dirty="0" smtClean="0"/>
              <a:t>を攻略していく。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・レベルアップ</a:t>
            </a:r>
            <a:r>
              <a:rPr lang="ja-JP" altLang="en-US" sz="2800" dirty="0" smtClean="0"/>
              <a:t>で攻撃力</a:t>
            </a:r>
            <a:r>
              <a:rPr lang="ja-JP" altLang="en-US" sz="2800" dirty="0" smtClean="0"/>
              <a:t>、自然</a:t>
            </a:r>
            <a:r>
              <a:rPr lang="ja-JP" altLang="en-US" sz="2800" dirty="0" smtClean="0"/>
              <a:t>回復力、移動速度のどれか一つ</a:t>
            </a:r>
            <a:r>
              <a:rPr lang="ja-JP" altLang="en-US" sz="2800" dirty="0" smtClean="0"/>
              <a:t>を</a:t>
            </a:r>
            <a:endParaRPr lang="en-US" altLang="ja-JP" sz="2800" dirty="0" smtClean="0"/>
          </a:p>
          <a:p>
            <a:r>
              <a:rPr lang="ja-JP" altLang="en-US" sz="2800" dirty="0" smtClean="0"/>
              <a:t>　強化</a:t>
            </a:r>
            <a:r>
              <a:rPr lang="ja-JP" altLang="en-US" sz="2800" dirty="0" smtClean="0"/>
              <a:t>できる</a:t>
            </a:r>
            <a:r>
              <a:rPr lang="ja-JP" altLang="en-US" sz="2800" dirty="0" smtClean="0"/>
              <a:t>。</a:t>
            </a:r>
            <a:endParaRPr lang="en-US" altLang="ja-JP" sz="2800" dirty="0"/>
          </a:p>
          <a:p>
            <a:r>
              <a:rPr lang="ja-JP" altLang="en-US" sz="2800" dirty="0"/>
              <a:t>　同じ効果を選ぶ</a:t>
            </a:r>
            <a:r>
              <a:rPr lang="ja-JP" altLang="en-US" sz="2800" dirty="0" smtClean="0"/>
              <a:t>と効果が強くなっていく。</a:t>
            </a:r>
            <a:endParaRPr lang="en-US" altLang="ja-JP" sz="2800" dirty="0"/>
          </a:p>
          <a:p>
            <a:endParaRPr lang="en-US" altLang="ja-JP" sz="2800" dirty="0"/>
          </a:p>
          <a:p>
            <a:r>
              <a:rPr lang="ja-JP" altLang="en-US" sz="2800" dirty="0" smtClean="0"/>
              <a:t>・ステータスによってはボスを一撃で倒すこともできる！！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1760810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6" y="142504"/>
            <a:ext cx="2563828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画面説明</a:t>
            </a:r>
            <a:endParaRPr kumimoji="1" lang="ja-JP" altLang="en-US" sz="4400" dirty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0884" y="1664604"/>
            <a:ext cx="7455039" cy="4204567"/>
          </a:xfrm>
          <a:prstGeom prst="rect">
            <a:avLst/>
          </a:prstGeom>
        </p:spPr>
      </p:pic>
      <p:sp>
        <p:nvSpPr>
          <p:cNvPr id="8" name="正方形/長方形 7"/>
          <p:cNvSpPr/>
          <p:nvPr/>
        </p:nvSpPr>
        <p:spPr>
          <a:xfrm>
            <a:off x="3880884" y="1664604"/>
            <a:ext cx="3519376" cy="3555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/>
          <p:cNvCxnSpPr/>
          <p:nvPr/>
        </p:nvCxnSpPr>
        <p:spPr>
          <a:xfrm>
            <a:off x="2753834" y="1839433"/>
            <a:ext cx="888526" cy="2962"/>
          </a:xfrm>
          <a:prstGeom prst="straightConnector1">
            <a:avLst/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/>
          <p:cNvSpPr txBox="1"/>
          <p:nvPr/>
        </p:nvSpPr>
        <p:spPr>
          <a:xfrm>
            <a:off x="0" y="1664604"/>
            <a:ext cx="2753834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・</a:t>
            </a:r>
            <a:r>
              <a:rPr kumimoji="1" lang="en-US" altLang="ja-JP" dirty="0" smtClean="0"/>
              <a:t>HP</a:t>
            </a:r>
            <a:r>
              <a:rPr kumimoji="1" lang="ja-JP" altLang="en-US" dirty="0" smtClean="0"/>
              <a:t>バー</a:t>
            </a:r>
            <a:endParaRPr kumimoji="1" lang="en-US" altLang="ja-JP" dirty="0" smtClean="0"/>
          </a:p>
          <a:p>
            <a:r>
              <a:rPr lang="ja-JP" altLang="en-US" dirty="0" smtClean="0"/>
              <a:t>ダメージを受けると減少</a:t>
            </a:r>
            <a:endParaRPr kumimoji="1" lang="ja-JP" altLang="en-US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0" y="2592092"/>
            <a:ext cx="2753834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・レベル</a:t>
            </a:r>
            <a:endParaRPr lang="en-US" altLang="ja-JP" dirty="0" smtClean="0"/>
          </a:p>
          <a:p>
            <a:r>
              <a:rPr kumimoji="1" lang="ja-JP" altLang="en-US" dirty="0" smtClean="0"/>
              <a:t>敵を倒すと上昇していく</a:t>
            </a:r>
            <a:endParaRPr kumimoji="1" lang="en-US" altLang="ja-JP" dirty="0" smtClean="0"/>
          </a:p>
        </p:txBody>
      </p:sp>
      <p:cxnSp>
        <p:nvCxnSpPr>
          <p:cNvPr id="17" name="直線矢印コネクタ 16"/>
          <p:cNvCxnSpPr/>
          <p:nvPr/>
        </p:nvCxnSpPr>
        <p:spPr>
          <a:xfrm flipV="1">
            <a:off x="2753834" y="2450032"/>
            <a:ext cx="1020724" cy="318370"/>
          </a:xfrm>
          <a:prstGeom prst="straightConnector1">
            <a:avLst/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正方形/長方形 18"/>
          <p:cNvSpPr/>
          <p:nvPr/>
        </p:nvSpPr>
        <p:spPr>
          <a:xfrm>
            <a:off x="3880884" y="2058058"/>
            <a:ext cx="744279" cy="7118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8643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6" y="142504"/>
            <a:ext cx="2574460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ステージ</a:t>
            </a:r>
            <a:endParaRPr kumimoji="1" lang="ja-JP" altLang="en-US" sz="4400" dirty="0"/>
          </a:p>
        </p:txBody>
      </p:sp>
      <p:sp>
        <p:nvSpPr>
          <p:cNvPr id="5" name="右矢印 4"/>
          <p:cNvSpPr/>
          <p:nvPr/>
        </p:nvSpPr>
        <p:spPr>
          <a:xfrm>
            <a:off x="3147109" y="5536832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右矢印 5"/>
          <p:cNvSpPr/>
          <p:nvPr/>
        </p:nvSpPr>
        <p:spPr>
          <a:xfrm>
            <a:off x="6548073" y="5536832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右矢印 6"/>
          <p:cNvSpPr/>
          <p:nvPr/>
        </p:nvSpPr>
        <p:spPr>
          <a:xfrm>
            <a:off x="10069907" y="552327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/>
          <p:cNvSpPr/>
          <p:nvPr/>
        </p:nvSpPr>
        <p:spPr>
          <a:xfrm>
            <a:off x="10702342" y="4649082"/>
            <a:ext cx="1225137" cy="202151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家</a:t>
            </a:r>
            <a:endParaRPr kumimoji="1" lang="en-US" altLang="ja-JP" dirty="0" smtClean="0"/>
          </a:p>
          <a:p>
            <a:pPr algn="ctr"/>
            <a:r>
              <a:rPr lang="ja-JP" altLang="en-US" dirty="0"/>
              <a:t>ゴール</a:t>
            </a:r>
            <a:endParaRPr kumimoji="1" lang="ja-JP" altLang="en-US" dirty="0"/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19" y="4656283"/>
            <a:ext cx="2821190" cy="2034230"/>
          </a:xfrm>
          <a:prstGeom prst="rect">
            <a:avLst/>
          </a:prstGeom>
        </p:spPr>
      </p:pic>
      <p:sp>
        <p:nvSpPr>
          <p:cNvPr id="10" name="テキスト ボックス 9"/>
          <p:cNvSpPr txBox="1"/>
          <p:nvPr/>
        </p:nvSpPr>
        <p:spPr>
          <a:xfrm>
            <a:off x="1038585" y="4335890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森ステージ</a:t>
            </a:r>
            <a:endParaRPr kumimoji="1" lang="ja-JP" altLang="en-US" dirty="0"/>
          </a:p>
        </p:txBody>
      </p:sp>
      <p:pic>
        <p:nvPicPr>
          <p:cNvPr id="11" name="図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728" y="4651870"/>
            <a:ext cx="2799293" cy="2020381"/>
          </a:xfrm>
          <a:prstGeom prst="rect">
            <a:avLst/>
          </a:prstGeom>
        </p:spPr>
      </p:pic>
      <p:sp>
        <p:nvSpPr>
          <p:cNvPr id="12" name="テキスト ボックス 11"/>
          <p:cNvSpPr txBox="1"/>
          <p:nvPr/>
        </p:nvSpPr>
        <p:spPr>
          <a:xfrm>
            <a:off x="4620919" y="4335890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洞窟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  <p:pic>
        <p:nvPicPr>
          <p:cNvPr id="13" name="図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044" y="4650733"/>
            <a:ext cx="2868356" cy="2021518"/>
          </a:xfrm>
          <a:prstGeom prst="rect">
            <a:avLst/>
          </a:prstGeom>
        </p:spPr>
      </p:pic>
      <p:sp>
        <p:nvSpPr>
          <p:cNvPr id="14" name="テキスト ボックス 13"/>
          <p:cNvSpPr txBox="1"/>
          <p:nvPr/>
        </p:nvSpPr>
        <p:spPr>
          <a:xfrm>
            <a:off x="7987199" y="4335890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山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103508" y="1000898"/>
            <a:ext cx="1138827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・比較的簡単な森ステージ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・ギミックの量が増加した洞窟ステージ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・敵、ギミックの数が増加し、広大な山ステージ</a:t>
            </a:r>
            <a:endParaRPr lang="en-US" altLang="ja-JP" sz="2800" dirty="0" smtClean="0"/>
          </a:p>
          <a:p>
            <a:endParaRPr lang="en-US" altLang="ja-JP" sz="2800" dirty="0" smtClean="0"/>
          </a:p>
        </p:txBody>
      </p:sp>
    </p:spTree>
    <p:extLst>
      <p:ext uri="{BB962C8B-B14F-4D97-AF65-F5344CB8AC3E}">
        <p14:creationId xmlns:p14="http://schemas.microsoft.com/office/powerpoint/2010/main" val="19883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6091923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/>
              <a:t>出現する</a:t>
            </a:r>
            <a:r>
              <a:rPr lang="ja-JP" altLang="en-US" sz="4400" dirty="0" smtClean="0"/>
              <a:t>一部の敵</a:t>
            </a:r>
            <a:endParaRPr kumimoji="1" lang="ja-JP" altLang="en-US" sz="44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90005" y="1062681"/>
            <a:ext cx="50037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スライム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：　一番弱い敵</a:t>
            </a:r>
            <a:endParaRPr lang="en-US" altLang="ja-JP" sz="2800" dirty="0" smtClean="0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72" y="1585901"/>
            <a:ext cx="1530160" cy="1036045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90005" y="2623747"/>
            <a:ext cx="8825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コウモリ　</a:t>
            </a:r>
            <a:r>
              <a:rPr lang="ja-JP" altLang="en-US" sz="2800" dirty="0" smtClean="0"/>
              <a:t>：　プレイヤーの方向に</a:t>
            </a:r>
            <a:r>
              <a:rPr lang="ja-JP" altLang="en-US" sz="2800" dirty="0"/>
              <a:t>ジャンプ</a:t>
            </a:r>
            <a:r>
              <a:rPr lang="ja-JP" altLang="en-US" sz="2800" dirty="0" smtClean="0"/>
              <a:t>してくる</a:t>
            </a:r>
            <a:endParaRPr lang="en-US" altLang="ja-JP" sz="2800" dirty="0" smtClean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072" y="3153361"/>
            <a:ext cx="1599137" cy="1186781"/>
          </a:xfrm>
          <a:prstGeom prst="rect">
            <a:avLst/>
          </a:prstGeom>
        </p:spPr>
      </p:pic>
      <p:sp>
        <p:nvSpPr>
          <p:cNvPr id="9" name="テキスト ボックス 8"/>
          <p:cNvSpPr txBox="1"/>
          <p:nvPr/>
        </p:nvSpPr>
        <p:spPr>
          <a:xfrm>
            <a:off x="326072" y="4387449"/>
            <a:ext cx="8825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オオカミ　</a:t>
            </a:r>
            <a:r>
              <a:rPr lang="ja-JP" altLang="en-US" sz="2800" dirty="0" smtClean="0"/>
              <a:t>：　突進してくる。体力が多い。</a:t>
            </a:r>
            <a:endParaRPr lang="en-US" altLang="ja-JP" sz="2800" dirty="0" smtClean="0"/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72" y="4910669"/>
            <a:ext cx="1786192" cy="1702136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2691899" y="1585901"/>
            <a:ext cx="2867654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攻撃力</a:t>
            </a:r>
            <a:r>
              <a:rPr lang="en-US" altLang="ja-JP" sz="2800" dirty="0" smtClean="0"/>
              <a:t>:</a:t>
            </a:r>
            <a:r>
              <a:rPr lang="ja-JP" altLang="en-US" sz="2800" dirty="0" smtClean="0"/>
              <a:t>　</a:t>
            </a:r>
            <a:r>
              <a:rPr lang="en-US" altLang="ja-JP" sz="2800" dirty="0" smtClean="0"/>
              <a:t>2</a:t>
            </a:r>
          </a:p>
          <a:p>
            <a:r>
              <a:rPr lang="ja-JP" altLang="en-US" sz="2800" dirty="0" smtClean="0"/>
              <a:t>体力   </a:t>
            </a:r>
            <a:r>
              <a:rPr lang="en-US" altLang="ja-JP" sz="2800" dirty="0"/>
              <a:t> </a:t>
            </a:r>
            <a:r>
              <a:rPr lang="en-US" altLang="ja-JP" sz="2800" dirty="0" smtClean="0"/>
              <a:t>: 10</a:t>
            </a: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2691899" y="3194274"/>
            <a:ext cx="2867654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攻撃力</a:t>
            </a:r>
            <a:r>
              <a:rPr lang="en-US" altLang="ja-JP" sz="2800" dirty="0" smtClean="0"/>
              <a:t>:</a:t>
            </a:r>
            <a:r>
              <a:rPr lang="ja-JP" altLang="en-US" sz="2800" dirty="0" smtClean="0"/>
              <a:t>　</a:t>
            </a:r>
            <a:r>
              <a:rPr lang="en-US" altLang="ja-JP" sz="2800" dirty="0" smtClean="0"/>
              <a:t>5</a:t>
            </a:r>
          </a:p>
          <a:p>
            <a:r>
              <a:rPr lang="ja-JP" altLang="en-US" sz="2800" dirty="0" smtClean="0"/>
              <a:t>体力   </a:t>
            </a:r>
            <a:r>
              <a:rPr lang="en-US" altLang="ja-JP" sz="2800" dirty="0"/>
              <a:t> </a:t>
            </a:r>
            <a:r>
              <a:rPr lang="en-US" altLang="ja-JP" sz="2800" dirty="0" smtClean="0"/>
              <a:t>: 15</a:t>
            </a: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2691898" y="4911809"/>
            <a:ext cx="2867654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攻撃力</a:t>
            </a:r>
            <a:r>
              <a:rPr lang="en-US" altLang="ja-JP" sz="2800" dirty="0" smtClean="0"/>
              <a:t>:</a:t>
            </a:r>
            <a:r>
              <a:rPr lang="ja-JP" altLang="en-US" sz="2800" dirty="0" smtClean="0"/>
              <a:t>　</a:t>
            </a:r>
            <a:r>
              <a:rPr lang="en-US" altLang="ja-JP" sz="2800" dirty="0" smtClean="0"/>
              <a:t>7</a:t>
            </a:r>
          </a:p>
          <a:p>
            <a:r>
              <a:rPr lang="ja-JP" altLang="en-US" sz="2800" dirty="0" smtClean="0"/>
              <a:t>体力   </a:t>
            </a:r>
            <a:r>
              <a:rPr lang="en-US" altLang="ja-JP" sz="2800" dirty="0"/>
              <a:t> </a:t>
            </a:r>
            <a:r>
              <a:rPr lang="en-US" altLang="ja-JP" sz="2800" dirty="0" smtClean="0"/>
              <a:t>: 35</a:t>
            </a:r>
          </a:p>
        </p:txBody>
      </p:sp>
    </p:spTree>
    <p:extLst>
      <p:ext uri="{BB962C8B-B14F-4D97-AF65-F5344CB8AC3E}">
        <p14:creationId xmlns:p14="http://schemas.microsoft.com/office/powerpoint/2010/main" val="3585649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ギミック例</a:t>
            </a:r>
            <a:endParaRPr kumimoji="1" lang="ja-JP" altLang="en-US" sz="4400" dirty="0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049" y="738384"/>
            <a:ext cx="1842957" cy="1268421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807" y="2198789"/>
            <a:ext cx="2008696" cy="1325140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59" y="3670641"/>
            <a:ext cx="1903020" cy="974805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6901" y="5002657"/>
            <a:ext cx="1422148" cy="1328286"/>
          </a:xfrm>
          <a:prstGeom prst="rect">
            <a:avLst/>
          </a:prstGeom>
        </p:spPr>
      </p:pic>
      <p:sp>
        <p:nvSpPr>
          <p:cNvPr id="8" name="正方形/長方形 7"/>
          <p:cNvSpPr/>
          <p:nvPr/>
        </p:nvSpPr>
        <p:spPr>
          <a:xfrm>
            <a:off x="300783" y="1003582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ja-JP" altLang="en-US" dirty="0"/>
              <a:t>・蔓に覆われた壁</a:t>
            </a:r>
            <a:endParaRPr lang="en-US" altLang="ja-JP" dirty="0"/>
          </a:p>
          <a:p>
            <a:r>
              <a:rPr lang="ja-JP" altLang="en-US" dirty="0"/>
              <a:t>マップ内に落ちている松明を使用して通れる。</a:t>
            </a:r>
            <a:endParaRPr lang="en-US" altLang="ja-JP" dirty="0"/>
          </a:p>
        </p:txBody>
      </p:sp>
      <p:sp>
        <p:nvSpPr>
          <p:cNvPr id="9" name="正方形/長方形 8"/>
          <p:cNvSpPr/>
          <p:nvPr/>
        </p:nvSpPr>
        <p:spPr>
          <a:xfrm>
            <a:off x="309404" y="228957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ja-JP" altLang="en-US" dirty="0"/>
              <a:t>・湖、溶岩</a:t>
            </a:r>
            <a:endParaRPr lang="en-US" altLang="ja-JP" dirty="0"/>
          </a:p>
          <a:p>
            <a:r>
              <a:rPr lang="ja-JP" altLang="en-US" dirty="0"/>
              <a:t>落ちてしまうとセーブポイントに戻される。</a:t>
            </a:r>
            <a:endParaRPr lang="en-US" altLang="ja-JP" dirty="0"/>
          </a:p>
        </p:txBody>
      </p:sp>
      <p:sp>
        <p:nvSpPr>
          <p:cNvPr id="10" name="正方形/長方形 9"/>
          <p:cNvSpPr/>
          <p:nvPr/>
        </p:nvSpPr>
        <p:spPr>
          <a:xfrm>
            <a:off x="309404" y="371634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ja-JP" altLang="en-US" dirty="0"/>
              <a:t>・移動する床</a:t>
            </a:r>
            <a:endParaRPr lang="en-US" altLang="ja-JP" dirty="0"/>
          </a:p>
          <a:p>
            <a:r>
              <a:rPr lang="ja-JP" altLang="en-US" dirty="0"/>
              <a:t>高所に移動したり、崖を移動する</a:t>
            </a:r>
            <a:endParaRPr lang="en-US" altLang="ja-JP" dirty="0"/>
          </a:p>
        </p:txBody>
      </p:sp>
      <p:sp>
        <p:nvSpPr>
          <p:cNvPr id="11" name="正方形/長方形 10"/>
          <p:cNvSpPr/>
          <p:nvPr/>
        </p:nvSpPr>
        <p:spPr>
          <a:xfrm>
            <a:off x="309404" y="526883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ja-JP" altLang="en-US" dirty="0"/>
              <a:t>・破壊できる木箱、水晶</a:t>
            </a:r>
            <a:endParaRPr lang="en-US" altLang="ja-JP" dirty="0"/>
          </a:p>
          <a:p>
            <a:r>
              <a:rPr lang="ja-JP" altLang="en-US" dirty="0"/>
              <a:t>攻撃することで破壊できる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39810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382</TotalTime>
  <Words>187</Words>
  <Application>Microsoft Office PowerPoint</Application>
  <PresentationFormat>ワイド画面</PresentationFormat>
  <Paragraphs>57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メイリオ</vt:lpstr>
      <vt:lpstr>Century Gothic</vt:lpstr>
      <vt:lpstr>Wingdings 3</vt:lpstr>
      <vt:lpstr>スライス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帰宅RPG</dc:title>
  <dc:creator>GA2B</dc:creator>
  <cp:lastModifiedBy>GA2B</cp:lastModifiedBy>
  <cp:revision>61</cp:revision>
  <dcterms:created xsi:type="dcterms:W3CDTF">2025-10-05T23:52:26Z</dcterms:created>
  <dcterms:modified xsi:type="dcterms:W3CDTF">2025-12-12T04:13:09Z</dcterms:modified>
</cp:coreProperties>
</file>