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1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FB89A-092E-4A9F-99E5-8971A5611650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DBD0-6599-473F-AAC1-65E1815FDB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7457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FB89A-092E-4A9F-99E5-8971A5611650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DBD0-6599-473F-AAC1-65E1815FDB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5404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FB89A-092E-4A9F-99E5-8971A5611650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DBD0-6599-473F-AAC1-65E1815FDB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787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FB89A-092E-4A9F-99E5-8971A5611650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DBD0-6599-473F-AAC1-65E1815FDB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7882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FB89A-092E-4A9F-99E5-8971A5611650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DBD0-6599-473F-AAC1-65E1815FDB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3595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FB89A-092E-4A9F-99E5-8971A5611650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DBD0-6599-473F-AAC1-65E1815FDB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8108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FB89A-092E-4A9F-99E5-8971A5611650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DBD0-6599-473F-AAC1-65E1815FDB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104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FB89A-092E-4A9F-99E5-8971A5611650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DBD0-6599-473F-AAC1-65E1815FDB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2280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FB89A-092E-4A9F-99E5-8971A5611650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DBD0-6599-473F-AAC1-65E1815FDB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1839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FB89A-092E-4A9F-99E5-8971A5611650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DBD0-6599-473F-AAC1-65E1815FDB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5735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FB89A-092E-4A9F-99E5-8971A5611650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DBD0-6599-473F-AAC1-65E1815FDB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826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CFB89A-092E-4A9F-99E5-8971A5611650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3DBD0-6599-473F-AAC1-65E1815FDB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2334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B101EA1-1665-D2AB-A328-19611495FEB2}"/>
              </a:ext>
            </a:extLst>
          </p:cNvPr>
          <p:cNvSpPr txBox="1"/>
          <p:nvPr/>
        </p:nvSpPr>
        <p:spPr>
          <a:xfrm>
            <a:off x="195436" y="171307"/>
            <a:ext cx="2297607" cy="234294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4875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  <a:p>
            <a:r>
              <a:rPr kumimoji="1" lang="en-US" altLang="ja-JP" sz="4875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</a:p>
          <a:p>
            <a:r>
              <a:rPr kumimoji="1" lang="en-US" altLang="ja-JP" sz="4875" dirty="0">
                <a:latin typeface="Arial" panose="020B0604020202020204" pitchFamily="34" charset="0"/>
                <a:cs typeface="Arial" panose="020B0604020202020204" pitchFamily="34" charset="0"/>
              </a:rPr>
              <a:t>HOME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5B7539C-D92E-DA52-1E19-65A296E39BF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082" y="168501"/>
            <a:ext cx="4425417" cy="234575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08B40AD-1FD0-C578-21AD-E9750E444787}"/>
              </a:ext>
            </a:extLst>
          </p:cNvPr>
          <p:cNvSpPr txBox="1"/>
          <p:nvPr/>
        </p:nvSpPr>
        <p:spPr>
          <a:xfrm rot="780986">
            <a:off x="5115740" y="637337"/>
            <a:ext cx="43001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600" b="1" i="1" dirty="0">
                <a:ln w="1905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敵を退けて</a:t>
            </a:r>
            <a:endParaRPr kumimoji="1" lang="en-US" altLang="ja-JP" sz="3600" b="1" i="1" dirty="0">
              <a:ln w="19050">
                <a:solidFill>
                  <a:schemeClr val="tx1"/>
                </a:solidFill>
              </a:ln>
              <a:solidFill>
                <a:srgbClr val="FF0000"/>
              </a:solidFill>
            </a:endParaRPr>
          </a:p>
          <a:p>
            <a:pPr algn="ctr"/>
            <a:r>
              <a:rPr kumimoji="1" lang="ja-JP" altLang="en-US" sz="3600" b="1" i="1" dirty="0">
                <a:ln w="1905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急いで家に帰ろう！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73204C4-918B-D641-3662-D6BB541612C3}"/>
              </a:ext>
            </a:extLst>
          </p:cNvPr>
          <p:cNvSpPr txBox="1"/>
          <p:nvPr/>
        </p:nvSpPr>
        <p:spPr>
          <a:xfrm>
            <a:off x="204961" y="3404174"/>
            <a:ext cx="4644609" cy="79252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sz="2275" b="1" dirty="0"/>
              <a:t>敵を倒して自分を強化</a:t>
            </a:r>
            <a:r>
              <a:rPr kumimoji="1" lang="ja-JP" altLang="en-US" sz="2275" dirty="0"/>
              <a:t>し、</a:t>
            </a:r>
            <a:endParaRPr kumimoji="1" lang="en-US" altLang="ja-JP" sz="2275" dirty="0"/>
          </a:p>
          <a:p>
            <a:r>
              <a:rPr kumimoji="1" lang="ja-JP" altLang="en-US" sz="2275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無事に家に帰る</a:t>
            </a:r>
            <a:r>
              <a:rPr kumimoji="1" lang="ja-JP" altLang="en-US" sz="2275" dirty="0"/>
              <a:t>ことを目指せ！！</a:t>
            </a:r>
            <a:endParaRPr kumimoji="1" lang="en-US" altLang="ja-JP" sz="2275" dirty="0"/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FD6561BC-40B0-4958-7BE8-D353F1355940}"/>
              </a:ext>
            </a:extLst>
          </p:cNvPr>
          <p:cNvGrpSpPr/>
          <p:nvPr/>
        </p:nvGrpSpPr>
        <p:grpSpPr>
          <a:xfrm>
            <a:off x="71870" y="4400992"/>
            <a:ext cx="3962551" cy="2249446"/>
            <a:chOff x="-2704" y="3273656"/>
            <a:chExt cx="4423252" cy="3413037"/>
          </a:xfrm>
        </p:grpSpPr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42FC8663-F1F1-B131-A185-765BC12A9F9B}"/>
                </a:ext>
              </a:extLst>
            </p:cNvPr>
            <p:cNvSpPr/>
            <p:nvPr/>
          </p:nvSpPr>
          <p:spPr>
            <a:xfrm>
              <a:off x="135228" y="3749964"/>
              <a:ext cx="4122735" cy="293672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7BFD38B9-7872-77C4-1ED9-D32672D635F1}"/>
                </a:ext>
              </a:extLst>
            </p:cNvPr>
            <p:cNvGrpSpPr/>
            <p:nvPr/>
          </p:nvGrpSpPr>
          <p:grpSpPr>
            <a:xfrm>
              <a:off x="379005" y="3927468"/>
              <a:ext cx="1256503" cy="1040202"/>
              <a:chOff x="175711" y="3569685"/>
              <a:chExt cx="1850791" cy="1648643"/>
            </a:xfrm>
          </p:grpSpPr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F4D390F5-D390-6D9D-0D36-C630500E2519}"/>
                  </a:ext>
                </a:extLst>
              </p:cNvPr>
              <p:cNvSpPr/>
              <p:nvPr/>
            </p:nvSpPr>
            <p:spPr>
              <a:xfrm>
                <a:off x="812350" y="3569685"/>
                <a:ext cx="581892" cy="80497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solidFill>
                      <a:schemeClr val="bg1"/>
                    </a:solidFill>
                  </a:rPr>
                  <a:t>W</a:t>
                </a:r>
                <a:endParaRPr kumimoji="1" lang="ja-JP" altLang="en-US" sz="2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EFDFBA54-832C-0332-C777-4A8D03EDE3E0}"/>
                  </a:ext>
                </a:extLst>
              </p:cNvPr>
              <p:cNvSpPr/>
              <p:nvPr/>
            </p:nvSpPr>
            <p:spPr>
              <a:xfrm>
                <a:off x="812797" y="4433535"/>
                <a:ext cx="581892" cy="784793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solidFill>
                      <a:schemeClr val="bg1"/>
                    </a:solidFill>
                  </a:rPr>
                  <a:t>S</a:t>
                </a:r>
                <a:endParaRPr kumimoji="1" lang="ja-JP" altLang="en-US" sz="2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F171BB0A-B759-C608-26A8-87A6B4921A04}"/>
                  </a:ext>
                </a:extLst>
              </p:cNvPr>
              <p:cNvSpPr/>
              <p:nvPr/>
            </p:nvSpPr>
            <p:spPr>
              <a:xfrm>
                <a:off x="175711" y="4433535"/>
                <a:ext cx="581892" cy="784793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solidFill>
                      <a:schemeClr val="bg1"/>
                    </a:solidFill>
                  </a:rPr>
                  <a:t>A</a:t>
                </a:r>
                <a:endParaRPr kumimoji="1" lang="ja-JP" altLang="en-US" sz="2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89BECAED-7AE6-4E4B-D50C-3151A6A2A4B4}"/>
                  </a:ext>
                </a:extLst>
              </p:cNvPr>
              <p:cNvSpPr/>
              <p:nvPr/>
            </p:nvSpPr>
            <p:spPr>
              <a:xfrm>
                <a:off x="1444610" y="4425902"/>
                <a:ext cx="581892" cy="784793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solidFill>
                      <a:schemeClr val="bg1"/>
                    </a:solidFill>
                  </a:rPr>
                  <a:t>D</a:t>
                </a:r>
                <a:endParaRPr kumimoji="1" lang="ja-JP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C540C85B-9216-4BF4-901C-E8E83DF17A55}"/>
                </a:ext>
              </a:extLst>
            </p:cNvPr>
            <p:cNvSpPr txBox="1"/>
            <p:nvPr/>
          </p:nvSpPr>
          <p:spPr>
            <a:xfrm>
              <a:off x="-2704" y="3273656"/>
              <a:ext cx="2619202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・操作方法</a:t>
              </a: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D9FF8553-4826-6236-0216-D5D3278EE8F4}"/>
                </a:ext>
              </a:extLst>
            </p:cNvPr>
            <p:cNvSpPr txBox="1"/>
            <p:nvPr/>
          </p:nvSpPr>
          <p:spPr>
            <a:xfrm>
              <a:off x="1783462" y="4472510"/>
              <a:ext cx="2619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・・・移動</a:t>
              </a: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3B3CBA75-AE3B-F3B8-0513-EF2B8B3E421F}"/>
                </a:ext>
              </a:extLst>
            </p:cNvPr>
            <p:cNvSpPr/>
            <p:nvPr/>
          </p:nvSpPr>
          <p:spPr>
            <a:xfrm>
              <a:off x="409182" y="5127079"/>
              <a:ext cx="1189041" cy="482381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800" dirty="0">
                  <a:solidFill>
                    <a:schemeClr val="bg1"/>
                  </a:solidFill>
                </a:rPr>
                <a:t>Space</a:t>
              </a:r>
              <a:endParaRPr kumimoji="1" lang="ja-JP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01147BC2-F327-8E08-A83B-3899B77A1BD4}"/>
                </a:ext>
              </a:extLst>
            </p:cNvPr>
            <p:cNvSpPr txBox="1"/>
            <p:nvPr/>
          </p:nvSpPr>
          <p:spPr>
            <a:xfrm>
              <a:off x="1783461" y="5095422"/>
              <a:ext cx="2619202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・・・ジャンプ</a:t>
              </a:r>
            </a:p>
          </p:txBody>
        </p:sp>
        <p:sp>
          <p:nvSpPr>
            <p:cNvPr id="19" name="楕円 18">
              <a:extLst>
                <a:ext uri="{FF2B5EF4-FFF2-40B4-BE49-F238E27FC236}">
                  <a16:creationId xmlns:a16="http://schemas.microsoft.com/office/drawing/2014/main" id="{A81222D6-2E78-E245-D708-73C21EAF9582}"/>
                </a:ext>
              </a:extLst>
            </p:cNvPr>
            <p:cNvSpPr/>
            <p:nvPr/>
          </p:nvSpPr>
          <p:spPr>
            <a:xfrm>
              <a:off x="730005" y="5778500"/>
              <a:ext cx="476564" cy="800100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部分円 21">
              <a:extLst>
                <a:ext uri="{FF2B5EF4-FFF2-40B4-BE49-F238E27FC236}">
                  <a16:creationId xmlns:a16="http://schemas.microsoft.com/office/drawing/2014/main" id="{269DFC80-8FBE-087B-D024-47DB539A3899}"/>
                </a:ext>
              </a:extLst>
            </p:cNvPr>
            <p:cNvSpPr/>
            <p:nvPr/>
          </p:nvSpPr>
          <p:spPr>
            <a:xfrm>
              <a:off x="730318" y="5778500"/>
              <a:ext cx="475948" cy="807244"/>
            </a:xfrm>
            <a:custGeom>
              <a:avLst/>
              <a:gdLst>
                <a:gd name="csX0" fmla="*/ 476564 w 476564"/>
                <a:gd name="csY0" fmla="*/ 400050 h 800100"/>
                <a:gd name="csX1" fmla="*/ 238282 w 476564"/>
                <a:gd name="csY1" fmla="*/ 800100 h 800100"/>
                <a:gd name="csX2" fmla="*/ 0 w 476564"/>
                <a:gd name="csY2" fmla="*/ 400050 h 800100"/>
                <a:gd name="csX3" fmla="*/ 238282 w 476564"/>
                <a:gd name="csY3" fmla="*/ 0 h 800100"/>
                <a:gd name="csX4" fmla="*/ 238282 w 476564"/>
                <a:gd name="csY4" fmla="*/ 400050 h 800100"/>
                <a:gd name="csX5" fmla="*/ 476564 w 476564"/>
                <a:gd name="csY5" fmla="*/ 400050 h 800100"/>
                <a:gd name="csX0" fmla="*/ 14601 w 249203"/>
                <a:gd name="csY0" fmla="*/ 409575 h 800110"/>
                <a:gd name="csX1" fmla="*/ 238282 w 249203"/>
                <a:gd name="csY1" fmla="*/ 800100 h 800110"/>
                <a:gd name="csX2" fmla="*/ 0 w 249203"/>
                <a:gd name="csY2" fmla="*/ 400050 h 800110"/>
                <a:gd name="csX3" fmla="*/ 238282 w 249203"/>
                <a:gd name="csY3" fmla="*/ 0 h 800110"/>
                <a:gd name="csX4" fmla="*/ 238282 w 249203"/>
                <a:gd name="csY4" fmla="*/ 400050 h 800110"/>
                <a:gd name="csX5" fmla="*/ 14601 w 249203"/>
                <a:gd name="csY5" fmla="*/ 409575 h 800110"/>
                <a:gd name="csX0" fmla="*/ 10922 w 472571"/>
                <a:gd name="csY0" fmla="*/ 409575 h 800117"/>
                <a:gd name="csX1" fmla="*/ 234603 w 472571"/>
                <a:gd name="csY1" fmla="*/ 800100 h 800117"/>
                <a:gd name="csX2" fmla="*/ 472571 w 472571"/>
                <a:gd name="csY2" fmla="*/ 397669 h 800117"/>
                <a:gd name="csX3" fmla="*/ 234603 w 472571"/>
                <a:gd name="csY3" fmla="*/ 0 h 800117"/>
                <a:gd name="csX4" fmla="*/ 234603 w 472571"/>
                <a:gd name="csY4" fmla="*/ 400050 h 800117"/>
                <a:gd name="csX5" fmla="*/ 10922 w 472571"/>
                <a:gd name="csY5" fmla="*/ 409575 h 800117"/>
                <a:gd name="csX0" fmla="*/ 10922 w 474301"/>
                <a:gd name="csY0" fmla="*/ 409575 h 800117"/>
                <a:gd name="csX1" fmla="*/ 234603 w 474301"/>
                <a:gd name="csY1" fmla="*/ 800100 h 800117"/>
                <a:gd name="csX2" fmla="*/ 472571 w 474301"/>
                <a:gd name="csY2" fmla="*/ 397669 h 800117"/>
                <a:gd name="csX3" fmla="*/ 234603 w 474301"/>
                <a:gd name="csY3" fmla="*/ 0 h 800117"/>
                <a:gd name="csX4" fmla="*/ 234603 w 474301"/>
                <a:gd name="csY4" fmla="*/ 400050 h 800117"/>
                <a:gd name="csX5" fmla="*/ 10922 w 474301"/>
                <a:gd name="csY5" fmla="*/ 409575 h 800117"/>
                <a:gd name="csX0" fmla="*/ 10922 w 472571"/>
                <a:gd name="csY0" fmla="*/ 409575 h 800117"/>
                <a:gd name="csX1" fmla="*/ 234603 w 472571"/>
                <a:gd name="csY1" fmla="*/ 800100 h 800117"/>
                <a:gd name="csX2" fmla="*/ 472571 w 472571"/>
                <a:gd name="csY2" fmla="*/ 397669 h 800117"/>
                <a:gd name="csX3" fmla="*/ 234603 w 472571"/>
                <a:gd name="csY3" fmla="*/ 0 h 800117"/>
                <a:gd name="csX4" fmla="*/ 234603 w 472571"/>
                <a:gd name="csY4" fmla="*/ 400050 h 800117"/>
                <a:gd name="csX5" fmla="*/ 10922 w 472571"/>
                <a:gd name="csY5" fmla="*/ 409575 h 800117"/>
                <a:gd name="csX0" fmla="*/ 10922 w 472571"/>
                <a:gd name="csY0" fmla="*/ 409575 h 800117"/>
                <a:gd name="csX1" fmla="*/ 234603 w 472571"/>
                <a:gd name="csY1" fmla="*/ 800100 h 800117"/>
                <a:gd name="csX2" fmla="*/ 472571 w 472571"/>
                <a:gd name="csY2" fmla="*/ 397669 h 800117"/>
                <a:gd name="csX3" fmla="*/ 234603 w 472571"/>
                <a:gd name="csY3" fmla="*/ 0 h 800117"/>
                <a:gd name="csX4" fmla="*/ 234603 w 472571"/>
                <a:gd name="csY4" fmla="*/ 400050 h 800117"/>
                <a:gd name="csX5" fmla="*/ 10922 w 472571"/>
                <a:gd name="csY5" fmla="*/ 409575 h 800117"/>
                <a:gd name="csX0" fmla="*/ 0 w 475937"/>
                <a:gd name="csY0" fmla="*/ 400050 h 800100"/>
                <a:gd name="csX1" fmla="*/ 237969 w 475937"/>
                <a:gd name="csY1" fmla="*/ 800100 h 800100"/>
                <a:gd name="csX2" fmla="*/ 475937 w 475937"/>
                <a:gd name="csY2" fmla="*/ 397669 h 800100"/>
                <a:gd name="csX3" fmla="*/ 237969 w 475937"/>
                <a:gd name="csY3" fmla="*/ 0 h 800100"/>
                <a:gd name="csX4" fmla="*/ 237969 w 475937"/>
                <a:gd name="csY4" fmla="*/ 400050 h 800100"/>
                <a:gd name="csX5" fmla="*/ 0 w 475937"/>
                <a:gd name="csY5" fmla="*/ 400050 h 800100"/>
                <a:gd name="csX0" fmla="*/ 0 w 476048"/>
                <a:gd name="csY0" fmla="*/ 400050 h 800100"/>
                <a:gd name="csX1" fmla="*/ 221300 w 476048"/>
                <a:gd name="csY1" fmla="*/ 800100 h 800100"/>
                <a:gd name="csX2" fmla="*/ 475937 w 476048"/>
                <a:gd name="csY2" fmla="*/ 397669 h 800100"/>
                <a:gd name="csX3" fmla="*/ 237969 w 476048"/>
                <a:gd name="csY3" fmla="*/ 0 h 800100"/>
                <a:gd name="csX4" fmla="*/ 237969 w 476048"/>
                <a:gd name="csY4" fmla="*/ 400050 h 800100"/>
                <a:gd name="csX5" fmla="*/ 0 w 476048"/>
                <a:gd name="csY5" fmla="*/ 400050 h 800100"/>
                <a:gd name="csX0" fmla="*/ 0 w 476048"/>
                <a:gd name="csY0" fmla="*/ 400050 h 800100"/>
                <a:gd name="csX1" fmla="*/ 221300 w 476048"/>
                <a:gd name="csY1" fmla="*/ 800100 h 800100"/>
                <a:gd name="csX2" fmla="*/ 475937 w 476048"/>
                <a:gd name="csY2" fmla="*/ 397669 h 800100"/>
                <a:gd name="csX3" fmla="*/ 237969 w 476048"/>
                <a:gd name="csY3" fmla="*/ 0 h 800100"/>
                <a:gd name="csX4" fmla="*/ 237969 w 476048"/>
                <a:gd name="csY4" fmla="*/ 400050 h 800100"/>
                <a:gd name="csX5" fmla="*/ 0 w 476048"/>
                <a:gd name="csY5" fmla="*/ 400050 h 800100"/>
                <a:gd name="csX0" fmla="*/ 0 w 475963"/>
                <a:gd name="csY0" fmla="*/ 400050 h 800100"/>
                <a:gd name="csX1" fmla="*/ 245113 w 475963"/>
                <a:gd name="csY1" fmla="*/ 800100 h 800100"/>
                <a:gd name="csX2" fmla="*/ 475937 w 475963"/>
                <a:gd name="csY2" fmla="*/ 397669 h 800100"/>
                <a:gd name="csX3" fmla="*/ 237969 w 475963"/>
                <a:gd name="csY3" fmla="*/ 0 h 800100"/>
                <a:gd name="csX4" fmla="*/ 237969 w 475963"/>
                <a:gd name="csY4" fmla="*/ 400050 h 800100"/>
                <a:gd name="csX5" fmla="*/ 0 w 475963"/>
                <a:gd name="csY5" fmla="*/ 400050 h 800100"/>
                <a:gd name="csX0" fmla="*/ 0 w 475948"/>
                <a:gd name="csY0" fmla="*/ 400050 h 807244"/>
                <a:gd name="csX1" fmla="*/ 242732 w 475948"/>
                <a:gd name="csY1" fmla="*/ 807244 h 807244"/>
                <a:gd name="csX2" fmla="*/ 475937 w 475948"/>
                <a:gd name="csY2" fmla="*/ 397669 h 807244"/>
                <a:gd name="csX3" fmla="*/ 237969 w 475948"/>
                <a:gd name="csY3" fmla="*/ 0 h 807244"/>
                <a:gd name="csX4" fmla="*/ 237969 w 475948"/>
                <a:gd name="csY4" fmla="*/ 400050 h 807244"/>
                <a:gd name="csX5" fmla="*/ 0 w 475948"/>
                <a:gd name="csY5" fmla="*/ 400050 h 8072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75948" h="807244">
                  <a:moveTo>
                    <a:pt x="0" y="400050"/>
                  </a:moveTo>
                  <a:cubicBezTo>
                    <a:pt x="0" y="620992"/>
                    <a:pt x="49109" y="807641"/>
                    <a:pt x="242732" y="807244"/>
                  </a:cubicBezTo>
                  <a:cubicBezTo>
                    <a:pt x="436355" y="806847"/>
                    <a:pt x="476731" y="532210"/>
                    <a:pt x="475937" y="397669"/>
                  </a:cubicBezTo>
                  <a:cubicBezTo>
                    <a:pt x="475143" y="263128"/>
                    <a:pt x="430219" y="2381"/>
                    <a:pt x="237969" y="0"/>
                  </a:cubicBezTo>
                  <a:lnTo>
                    <a:pt x="237969" y="400050"/>
                  </a:lnTo>
                  <a:lnTo>
                    <a:pt x="0" y="400050"/>
                  </a:lnTo>
                  <a:close/>
                </a:path>
              </a:pathLst>
            </a:cu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6E4025F4-F471-3A78-CB03-41388BBA00FD}"/>
                </a:ext>
              </a:extLst>
            </p:cNvPr>
            <p:cNvSpPr txBox="1"/>
            <p:nvPr/>
          </p:nvSpPr>
          <p:spPr>
            <a:xfrm>
              <a:off x="1801346" y="5778500"/>
              <a:ext cx="2619202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・・・攻撃</a:t>
              </a:r>
            </a:p>
          </p:txBody>
        </p:sp>
      </p:grp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E763E0A-BB45-CFDE-9E1F-EF963702E911}"/>
              </a:ext>
            </a:extLst>
          </p:cNvPr>
          <p:cNvSpPr txBox="1"/>
          <p:nvPr/>
        </p:nvSpPr>
        <p:spPr>
          <a:xfrm>
            <a:off x="4178498" y="6465772"/>
            <a:ext cx="57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情報クリエイタ工学科 </a:t>
            </a:r>
            <a:r>
              <a:rPr kumimoji="1" lang="en-US" altLang="ja-JP" dirty="0"/>
              <a:t>: 2</a:t>
            </a:r>
            <a:r>
              <a:rPr kumimoji="1" lang="ja-JP" altLang="en-US" dirty="0"/>
              <a:t>年 　河野 拓実、江川 彰馬</a:t>
            </a:r>
            <a:endParaRPr kumimoji="1" lang="en-US" altLang="ja-JP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7DDDD401-E2A8-C17F-11F3-D7C64E03411D}"/>
              </a:ext>
            </a:extLst>
          </p:cNvPr>
          <p:cNvSpPr txBox="1"/>
          <p:nvPr/>
        </p:nvSpPr>
        <p:spPr>
          <a:xfrm>
            <a:off x="204961" y="2921362"/>
            <a:ext cx="25484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・ゲームの目的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141" y="2673721"/>
            <a:ext cx="3967088" cy="2500840"/>
          </a:xfrm>
          <a:prstGeom prst="rect">
            <a:avLst/>
          </a:prstGeom>
        </p:spPr>
      </p:pic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73204C4-918B-D641-3662-D6BB541612C3}"/>
              </a:ext>
            </a:extLst>
          </p:cNvPr>
          <p:cNvSpPr txBox="1"/>
          <p:nvPr/>
        </p:nvSpPr>
        <p:spPr>
          <a:xfrm>
            <a:off x="4461353" y="5385235"/>
            <a:ext cx="5160664" cy="79252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sz="2275" dirty="0" smtClean="0"/>
              <a:t>ステータスの上げ方によっては</a:t>
            </a:r>
            <a:r>
              <a:rPr kumimoji="1" lang="ja-JP" altLang="en-US" sz="2275" b="1" dirty="0" smtClean="0">
                <a:solidFill>
                  <a:srgbClr val="FF0000"/>
                </a:solidFill>
              </a:rPr>
              <a:t>ボスを一撃で倒す</a:t>
            </a:r>
            <a:r>
              <a:rPr kumimoji="1" lang="ja-JP" altLang="en-US" sz="2275" dirty="0" smtClean="0"/>
              <a:t>ことも可能。</a:t>
            </a:r>
            <a:endParaRPr kumimoji="1" lang="en-US" altLang="ja-JP" sz="2275" dirty="0"/>
          </a:p>
        </p:txBody>
      </p:sp>
    </p:spTree>
    <p:extLst>
      <p:ext uri="{BB962C8B-B14F-4D97-AF65-F5344CB8AC3E}">
        <p14:creationId xmlns:p14="http://schemas.microsoft.com/office/powerpoint/2010/main" val="39024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101</TotalTime>
  <Words>74</Words>
  <Application>Microsoft Office PowerPoint</Application>
  <PresentationFormat>A4 210 x 297 mm</PresentationFormat>
  <Paragraphs>19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拓実 河野</dc:creator>
  <cp:lastModifiedBy>GA2B</cp:lastModifiedBy>
  <cp:revision>11</cp:revision>
  <dcterms:created xsi:type="dcterms:W3CDTF">2026-01-17T07:49:22Z</dcterms:created>
  <dcterms:modified xsi:type="dcterms:W3CDTF">2026-01-26T01:04:22Z</dcterms:modified>
</cp:coreProperties>
</file>